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Tahoma"/>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Tahoma-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Tahoma-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a2a54df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a2a54df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a2a54df8e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fa2a54df8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a2a54df8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fa2a54df8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a3daf4451_2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a3daf4451_2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fa3daf4451_2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fa3daf4451_2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fa2a54df8e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fa2a54df8e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fa3daf4451_2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fa3daf4451_2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a3daf4451_2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fa3daf4451_2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a3daf4451_2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fa3daf4451_2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fa3daf4451_2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fa3daf4451_2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fa3daf4451_2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fa3daf4451_2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f8dbaa706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f8dbaa706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h6a3041bac62e1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h6a3041bac62e1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h6a3041bac62e115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h6a3041bac62e115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h6a3041bac62e115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h6a3041bac62e115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h6a3041bac62e115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h6a3041bac62e115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h6a3041bac62e115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h6a3041bac62e115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h6a3041bac62e115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h6a3041bac62e115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h6a3041bac62e115_0_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h6a3041bac62e115_0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h6a3041bac62e115_0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h6a3041bac62e115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h6a3041bac62e115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h6a3041bac62e115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h6a3041bac62e115_2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h6a3041bac62e115_2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h6a3041bac62e115_22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h6a3041bac62e115_22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h6a3041bac62e115_22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h6a3041bac62e115_22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h6a3041bac62e115_22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h6a3041bac62e115_22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h6a3041bac62e115_22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3" name="Google Shape;1373;h6a3041bac62e115_22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g3fa2a54df8e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g3fa2a54df8e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h1235c2a9deada764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3" name="Google Shape;1483;h1235c2a9deada764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g3fa3daf4451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1" name="Google Shape;1511;g3fa3daf4451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3fa3daf4451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1" name="Google Shape;1591;g3fa3daf4451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7" name="Shape 1617"/>
        <p:cNvGrpSpPr/>
        <p:nvPr/>
      </p:nvGrpSpPr>
      <p:grpSpPr>
        <a:xfrm>
          <a:off x="0" y="0"/>
          <a:ext cx="0" cy="0"/>
          <a:chOff x="0" y="0"/>
          <a:chExt cx="0" cy="0"/>
        </a:xfrm>
      </p:grpSpPr>
      <p:sp>
        <p:nvSpPr>
          <p:cNvPr id="1618" name="Google Shape;1618;g3fa3daf4451_2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9" name="Google Shape;1619;g3fa3daf4451_2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hyperlink" Target="http://gnu.org" TargetMode="External"/><Relationship Id="rId5" Type="http://schemas.openxmlformats.org/officeDocument/2006/relationships/image" Target="../media/image1.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hyperlink" Target="https://linuxmint.com/" TargetMode="External"/><Relationship Id="rId5" Type="http://schemas.openxmlformats.org/officeDocument/2006/relationships/image" Target="../media/image1.png"/><Relationship Id="rId6"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hyperlink" Target="https://linuxmint-installation-guide.readthedocs.io/en/latest/verify.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2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p:nvPr/>
        </p:nvSpPr>
        <p:spPr>
          <a:xfrm>
            <a:off x="912750" y="422288"/>
            <a:ext cx="7318500" cy="4317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p:nvPr/>
        </p:nvSpPr>
        <p:spPr>
          <a:xfrm>
            <a:off x="912750" y="412800"/>
            <a:ext cx="7318500" cy="6351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p:nvPr/>
        </p:nvSpPr>
        <p:spPr>
          <a:xfrm>
            <a:off x="912750" y="403313"/>
            <a:ext cx="73185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p:nvPr/>
        </p:nvSpPr>
        <p:spPr>
          <a:xfrm>
            <a:off x="912750" y="422288"/>
            <a:ext cx="7318500" cy="4317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8" name="Google Shape;58;p13"/>
          <p:cNvGrpSpPr/>
          <p:nvPr/>
        </p:nvGrpSpPr>
        <p:grpSpPr>
          <a:xfrm>
            <a:off x="7522079" y="268506"/>
            <a:ext cx="745600" cy="385788"/>
            <a:chOff x="7518850" y="258820"/>
            <a:chExt cx="745600" cy="385788"/>
          </a:xfrm>
        </p:grpSpPr>
        <p:sp>
          <p:nvSpPr>
            <p:cNvPr id="59" name="Google Shape;59;p13"/>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3"/>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3"/>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800">
                  <a:solidFill>
                    <a:srgbClr val="F3F3F3"/>
                  </a:solidFill>
                </a:rPr>
                <a:t>x</a:t>
              </a:r>
              <a:endParaRPr b="1" sz="1800">
                <a:solidFill>
                  <a:srgbClr val="F3F3F3"/>
                </a:solidFill>
              </a:endParaRPr>
            </a:p>
          </p:txBody>
        </p:sp>
        <p:sp>
          <p:nvSpPr>
            <p:cNvPr id="63" name="Google Shape;63;p13"/>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3"/>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65" name="Google Shape;65;p13"/>
          <p:cNvSpPr/>
          <p:nvPr/>
        </p:nvSpPr>
        <p:spPr>
          <a:xfrm>
            <a:off x="1237350" y="1078338"/>
            <a:ext cx="6669300" cy="2118900"/>
          </a:xfrm>
          <a:prstGeom prst="roundRect">
            <a:avLst>
              <a:gd fmla="val 2005"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262626"/>
                </a:solidFill>
                <a:latin typeface="Tahoma"/>
                <a:ea typeface="Tahoma"/>
                <a:cs typeface="Tahoma"/>
                <a:sym typeface="Tahoma"/>
              </a:rPr>
              <a:t>The Beginners Guide to Linux</a:t>
            </a:r>
            <a:endParaRPr b="1" sz="4400">
              <a:solidFill>
                <a:srgbClr val="262626"/>
              </a:solidFill>
              <a:latin typeface="Tahoma"/>
              <a:ea typeface="Tahoma"/>
              <a:cs typeface="Tahoma"/>
              <a:sym typeface="Tahoma"/>
            </a:endParaRPr>
          </a:p>
        </p:txBody>
      </p:sp>
      <p:sp>
        <p:nvSpPr>
          <p:cNvPr id="66" name="Google Shape;66;p13"/>
          <p:cNvSpPr/>
          <p:nvPr/>
        </p:nvSpPr>
        <p:spPr>
          <a:xfrm>
            <a:off x="973275" y="654300"/>
            <a:ext cx="229800" cy="229800"/>
          </a:xfrm>
          <a:prstGeom prst="ellipse">
            <a:avLst/>
          </a:prstGeom>
          <a:gradFill>
            <a:gsLst>
              <a:gs pos="0">
                <a:srgbClr val="3176EE"/>
              </a:gs>
              <a:gs pos="100000">
                <a:srgbClr val="113D8A"/>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3"/>
          <p:cNvSpPr/>
          <p:nvPr/>
        </p:nvSpPr>
        <p:spPr>
          <a:xfrm>
            <a:off x="1237350" y="654300"/>
            <a:ext cx="229800" cy="229800"/>
          </a:xfrm>
          <a:prstGeom prst="ellipse">
            <a:avLst/>
          </a:prstGeom>
          <a:gradFill>
            <a:gsLst>
              <a:gs pos="0">
                <a:srgbClr val="3176EE"/>
              </a:gs>
              <a:gs pos="100000">
                <a:srgbClr val="113D8A"/>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3"/>
          <p:cNvSpPr/>
          <p:nvPr/>
        </p:nvSpPr>
        <p:spPr>
          <a:xfrm>
            <a:off x="1257600" y="721950"/>
            <a:ext cx="189300" cy="94500"/>
          </a:xfrm>
          <a:prstGeom prst="righ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3"/>
          <p:cNvSpPr/>
          <p:nvPr/>
        </p:nvSpPr>
        <p:spPr>
          <a:xfrm rot="10800000">
            <a:off x="993525" y="721950"/>
            <a:ext cx="189300" cy="94500"/>
          </a:xfrm>
          <a:prstGeom prst="righ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3"/>
          <p:cNvSpPr/>
          <p:nvPr/>
        </p:nvSpPr>
        <p:spPr>
          <a:xfrm>
            <a:off x="1938036" y="654900"/>
            <a:ext cx="3591900" cy="228600"/>
          </a:xfrm>
          <a:prstGeom prst="rect">
            <a:avLst/>
          </a:prstGeom>
          <a:solidFill>
            <a:srgbClr val="F3F3F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999999"/>
                </a:solidFill>
                <a:latin typeface="Tahoma"/>
                <a:ea typeface="Tahoma"/>
                <a:cs typeface="Tahoma"/>
                <a:sym typeface="Tahoma"/>
              </a:rPr>
              <a:t>https://www.</a:t>
            </a:r>
            <a:r>
              <a:rPr lang="en">
                <a:latin typeface="Tahoma"/>
                <a:ea typeface="Tahoma"/>
                <a:cs typeface="Tahoma"/>
                <a:sym typeface="Tahoma"/>
              </a:rPr>
              <a:t>somethingWitty.com</a:t>
            </a:r>
            <a:endParaRPr>
              <a:latin typeface="Tahoma"/>
              <a:ea typeface="Tahoma"/>
              <a:cs typeface="Tahoma"/>
              <a:sym typeface="Tahoma"/>
            </a:endParaRPr>
          </a:p>
        </p:txBody>
      </p:sp>
      <p:sp>
        <p:nvSpPr>
          <p:cNvPr id="71" name="Google Shape;71;p13"/>
          <p:cNvSpPr/>
          <p:nvPr/>
        </p:nvSpPr>
        <p:spPr>
          <a:xfrm>
            <a:off x="5593036" y="654900"/>
            <a:ext cx="229800" cy="228600"/>
          </a:xfrm>
          <a:prstGeom prst="rect">
            <a:avLst/>
          </a:prstGeom>
          <a:solidFill>
            <a:srgbClr val="CCCCCC"/>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3"/>
          <p:cNvSpPr/>
          <p:nvPr/>
        </p:nvSpPr>
        <p:spPr>
          <a:xfrm>
            <a:off x="5885936" y="654900"/>
            <a:ext cx="229800" cy="228600"/>
          </a:xfrm>
          <a:prstGeom prst="rect">
            <a:avLst/>
          </a:prstGeom>
          <a:solidFill>
            <a:srgbClr val="CCCCCC"/>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 name="Google Shape;73;p13"/>
          <p:cNvSpPr/>
          <p:nvPr/>
        </p:nvSpPr>
        <p:spPr>
          <a:xfrm>
            <a:off x="6178836" y="654900"/>
            <a:ext cx="229800" cy="228600"/>
          </a:xfrm>
          <a:prstGeom prst="rect">
            <a:avLst/>
          </a:prstGeom>
          <a:solidFill>
            <a:srgbClr val="CCCCCC"/>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 name="Google Shape;74;p13"/>
          <p:cNvSpPr/>
          <p:nvPr/>
        </p:nvSpPr>
        <p:spPr>
          <a:xfrm>
            <a:off x="6471736" y="654900"/>
            <a:ext cx="1641300" cy="228600"/>
          </a:xfrm>
          <a:prstGeom prst="rect">
            <a:avLst/>
          </a:prstGeom>
          <a:solidFill>
            <a:srgbClr val="F3F3F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 name="Google Shape;75;p13"/>
          <p:cNvSpPr/>
          <p:nvPr/>
        </p:nvSpPr>
        <p:spPr>
          <a:xfrm>
            <a:off x="6199086" y="674550"/>
            <a:ext cx="189300" cy="189300"/>
          </a:xfrm>
          <a:prstGeom prst="noSmoking">
            <a:avLst>
              <a:gd fmla="val 18750" name="adj"/>
            </a:avLst>
          </a:prstGeom>
          <a:solidFill>
            <a:srgbClr val="E750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3"/>
          <p:cNvSpPr/>
          <p:nvPr/>
        </p:nvSpPr>
        <p:spPr>
          <a:xfrm rot="2700000">
            <a:off x="5987479" y="669468"/>
            <a:ext cx="121764" cy="121764"/>
          </a:xfrm>
          <a:prstGeom prst="uturnArrow">
            <a:avLst>
              <a:gd fmla="val 25000" name="adj1"/>
              <a:gd fmla="val 25000" name="adj2"/>
              <a:gd fmla="val 25000" name="adj3"/>
              <a:gd fmla="val 43750" name="adj4"/>
              <a:gd fmla="val 75000" name="adj5"/>
            </a:avLst>
          </a:prstGeom>
          <a:solidFill>
            <a:srgbClr val="93C4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3"/>
          <p:cNvSpPr/>
          <p:nvPr/>
        </p:nvSpPr>
        <p:spPr>
          <a:xfrm rot="-8100000">
            <a:off x="5895304" y="736519"/>
            <a:ext cx="121764" cy="121764"/>
          </a:xfrm>
          <a:prstGeom prst="uturnArrow">
            <a:avLst>
              <a:gd fmla="val 25000" name="adj1"/>
              <a:gd fmla="val 25000" name="adj2"/>
              <a:gd fmla="val 25000" name="adj3"/>
              <a:gd fmla="val 43750" name="adj4"/>
              <a:gd fmla="val 75000" name="adj5"/>
            </a:avLst>
          </a:prstGeom>
          <a:solidFill>
            <a:srgbClr val="93C4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3"/>
          <p:cNvSpPr/>
          <p:nvPr/>
        </p:nvSpPr>
        <p:spPr>
          <a:xfrm>
            <a:off x="5636836" y="698100"/>
            <a:ext cx="142200" cy="1422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3"/>
          <p:cNvSpPr/>
          <p:nvPr/>
        </p:nvSpPr>
        <p:spPr>
          <a:xfrm>
            <a:off x="1271700" y="2834875"/>
            <a:ext cx="6600600" cy="420000"/>
          </a:xfrm>
          <a:prstGeom prst="rect">
            <a:avLst/>
          </a:prstGeom>
          <a:solidFill>
            <a:srgbClr val="F3F3F3"/>
          </a:solidFill>
          <a:ln cap="flat" cmpd="sng" w="285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ahoma"/>
              <a:ea typeface="Tahoma"/>
              <a:cs typeface="Tahoma"/>
              <a:sym typeface="Tahoma"/>
            </a:endParaRPr>
          </a:p>
        </p:txBody>
      </p:sp>
      <p:sp>
        <p:nvSpPr>
          <p:cNvPr id="80" name="Google Shape;80;p13"/>
          <p:cNvSpPr/>
          <p:nvPr/>
        </p:nvSpPr>
        <p:spPr>
          <a:xfrm>
            <a:off x="1019850" y="2727325"/>
            <a:ext cx="7104300" cy="635100"/>
          </a:xfrm>
          <a:prstGeom prst="roundRect">
            <a:avLst>
              <a:gd fmla="val 14726"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solidFill>
                  <a:srgbClr val="262626"/>
                </a:solidFill>
                <a:latin typeface="Tahoma"/>
                <a:ea typeface="Tahoma"/>
                <a:cs typeface="Tahoma"/>
                <a:sym typeface="Tahoma"/>
              </a:rPr>
              <a:t>Presented by Free Software &amp; </a:t>
            </a:r>
            <a:r>
              <a:rPr lang="en" sz="1600">
                <a:solidFill>
                  <a:srgbClr val="262626"/>
                </a:solidFill>
                <a:latin typeface="Tahoma"/>
                <a:ea typeface="Tahoma"/>
                <a:cs typeface="Tahoma"/>
                <a:sym typeface="Tahoma"/>
              </a:rPr>
              <a:t>IEEE Computer Society at UCF</a:t>
            </a:r>
            <a:endParaRPr sz="1200">
              <a:latin typeface="Tahoma"/>
              <a:ea typeface="Tahoma"/>
              <a:cs typeface="Tahoma"/>
              <a:sym typeface="Tahoma"/>
            </a:endParaRPr>
          </a:p>
        </p:txBody>
      </p:sp>
      <p:grpSp>
        <p:nvGrpSpPr>
          <p:cNvPr id="81" name="Google Shape;81;p13"/>
          <p:cNvGrpSpPr/>
          <p:nvPr/>
        </p:nvGrpSpPr>
        <p:grpSpPr>
          <a:xfrm>
            <a:off x="1359750" y="2892513"/>
            <a:ext cx="285525" cy="304725"/>
            <a:chOff x="1446900" y="2924538"/>
            <a:chExt cx="285525" cy="304725"/>
          </a:xfrm>
        </p:grpSpPr>
        <p:sp>
          <p:nvSpPr>
            <p:cNvPr id="82" name="Google Shape;82;p13"/>
            <p:cNvSpPr/>
            <p:nvPr/>
          </p:nvSpPr>
          <p:spPr>
            <a:xfrm>
              <a:off x="1502625" y="2924538"/>
              <a:ext cx="229800" cy="229800"/>
            </a:xfrm>
            <a:prstGeom prst="donut">
              <a:avLst>
                <a:gd fmla="val 25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3"/>
            <p:cNvSpPr/>
            <p:nvPr/>
          </p:nvSpPr>
          <p:spPr>
            <a:xfrm rot="-3021201">
              <a:off x="1443930" y="3118255"/>
              <a:ext cx="152339" cy="63916"/>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84" name="Google Shape;84;p13"/>
          <p:cNvGrpSpPr/>
          <p:nvPr/>
        </p:nvGrpSpPr>
        <p:grpSpPr>
          <a:xfrm>
            <a:off x="1645128" y="654892"/>
            <a:ext cx="229791" cy="228605"/>
            <a:chOff x="1446900" y="2924538"/>
            <a:chExt cx="285525" cy="304725"/>
          </a:xfrm>
        </p:grpSpPr>
        <p:sp>
          <p:nvSpPr>
            <p:cNvPr id="85" name="Google Shape;85;p13"/>
            <p:cNvSpPr/>
            <p:nvPr/>
          </p:nvSpPr>
          <p:spPr>
            <a:xfrm>
              <a:off x="1502625" y="2924538"/>
              <a:ext cx="229800" cy="229800"/>
            </a:xfrm>
            <a:prstGeom prst="donut">
              <a:avLst>
                <a:gd fmla="val 25000" name="adj"/>
              </a:avLst>
            </a:prstGeom>
            <a:solidFill>
              <a:schemeClr val="dk2"/>
            </a:solidFill>
            <a:ln>
              <a:noFill/>
            </a:ln>
          </p:spPr>
          <p:txBody>
            <a:bodyPr anchorCtr="0" anchor="ctr" bIns="73575" lIns="73575" spcFirstLastPara="1" rIns="73575" wrap="square" tIns="73575">
              <a:noAutofit/>
            </a:bodyPr>
            <a:lstStyle/>
            <a:p>
              <a:pPr indent="0" lvl="0" marL="0" rtl="0" algn="ctr">
                <a:spcBef>
                  <a:spcPts val="0"/>
                </a:spcBef>
                <a:spcAft>
                  <a:spcPts val="0"/>
                </a:spcAft>
                <a:buNone/>
              </a:pPr>
              <a:r>
                <a:t/>
              </a:r>
              <a:endParaRPr sz="1127"/>
            </a:p>
          </p:txBody>
        </p:sp>
        <p:sp>
          <p:nvSpPr>
            <p:cNvPr id="86" name="Google Shape;86;p13"/>
            <p:cNvSpPr/>
            <p:nvPr/>
          </p:nvSpPr>
          <p:spPr>
            <a:xfrm rot="-3021201">
              <a:off x="1443930" y="3118255"/>
              <a:ext cx="152339" cy="63916"/>
            </a:xfrm>
            <a:prstGeom prst="rect">
              <a:avLst/>
            </a:prstGeom>
            <a:solidFill>
              <a:schemeClr val="dk2"/>
            </a:solidFill>
            <a:ln>
              <a:noFill/>
            </a:ln>
          </p:spPr>
          <p:txBody>
            <a:bodyPr anchorCtr="0" anchor="ctr" bIns="73575" lIns="73575" spcFirstLastPara="1" rIns="73575" wrap="square" tIns="73575">
              <a:noAutofit/>
            </a:bodyPr>
            <a:lstStyle/>
            <a:p>
              <a:pPr indent="0" lvl="0" marL="0" rtl="0" algn="ctr">
                <a:spcBef>
                  <a:spcPts val="0"/>
                </a:spcBef>
                <a:spcAft>
                  <a:spcPts val="0"/>
                </a:spcAft>
                <a:buNone/>
              </a:pPr>
              <a:r>
                <a:t/>
              </a:r>
              <a:endParaRPr sz="1127"/>
            </a:p>
          </p:txBody>
        </p:sp>
      </p:grpSp>
      <p:pic>
        <p:nvPicPr>
          <p:cNvPr id="87" name="Google Shape;87;p13"/>
          <p:cNvPicPr preferRelativeResize="0"/>
          <p:nvPr/>
        </p:nvPicPr>
        <p:blipFill>
          <a:blip r:embed="rId4">
            <a:alphaModFix/>
          </a:blip>
          <a:stretch>
            <a:fillRect/>
          </a:stretch>
        </p:blipFill>
        <p:spPr>
          <a:xfrm>
            <a:off x="3888438" y="3305325"/>
            <a:ext cx="1367125" cy="1367125"/>
          </a:xfrm>
          <a:prstGeom prst="rect">
            <a:avLst/>
          </a:prstGeom>
          <a:noFill/>
          <a:ln>
            <a:noFill/>
          </a:ln>
        </p:spPr>
      </p:pic>
      <p:sp>
        <p:nvSpPr>
          <p:cNvPr id="88" name="Google Shape;88;p13"/>
          <p:cNvSpPr txBox="1"/>
          <p:nvPr/>
        </p:nvSpPr>
        <p:spPr>
          <a:xfrm>
            <a:off x="2041300" y="3757075"/>
            <a:ext cx="1568400" cy="7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89" name="Google Shape;89;p13"/>
          <p:cNvSpPr/>
          <p:nvPr/>
        </p:nvSpPr>
        <p:spPr>
          <a:xfrm>
            <a:off x="1807500" y="3579600"/>
            <a:ext cx="2764500" cy="635100"/>
          </a:xfrm>
          <a:prstGeom prst="roundRect">
            <a:avLst>
              <a:gd fmla="val 14726"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600">
                <a:solidFill>
                  <a:srgbClr val="262626"/>
                </a:solidFill>
                <a:latin typeface="Tahoma"/>
                <a:ea typeface="Tahoma"/>
                <a:cs typeface="Tahoma"/>
                <a:sym typeface="Tahoma"/>
              </a:rPr>
              <a:t>Attendance</a:t>
            </a:r>
            <a:endParaRPr b="1" sz="1200">
              <a:latin typeface="Tahoma"/>
              <a:ea typeface="Tahoma"/>
              <a:cs typeface="Tahoma"/>
              <a:sym typeface="Tahoma"/>
            </a:endParaRPr>
          </a:p>
        </p:txBody>
      </p:sp>
      <p:sp>
        <p:nvSpPr>
          <p:cNvPr id="90" name="Google Shape;90;p13"/>
          <p:cNvSpPr/>
          <p:nvPr/>
        </p:nvSpPr>
        <p:spPr>
          <a:xfrm>
            <a:off x="4573925" y="3579600"/>
            <a:ext cx="2764500" cy="635100"/>
          </a:xfrm>
          <a:prstGeom prst="roundRect">
            <a:avLst>
              <a:gd fmla="val 14726"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600">
                <a:solidFill>
                  <a:srgbClr val="262626"/>
                </a:solidFill>
                <a:latin typeface="Tahoma"/>
                <a:ea typeface="Tahoma"/>
                <a:cs typeface="Tahoma"/>
                <a:sym typeface="Tahoma"/>
              </a:rPr>
              <a:t>Scan Here</a:t>
            </a:r>
            <a:endParaRPr b="1" sz="1200">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14"/>
          <p:cNvSpPr/>
          <p:nvPr/>
        </p:nvSpPr>
        <p:spPr>
          <a:xfrm>
            <a:off x="4735675"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4"/>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4"/>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8" name="Google Shape;98;p14"/>
          <p:cNvGrpSpPr/>
          <p:nvPr/>
        </p:nvGrpSpPr>
        <p:grpSpPr>
          <a:xfrm>
            <a:off x="7890091" y="9500"/>
            <a:ext cx="745600" cy="385788"/>
            <a:chOff x="7518850" y="258820"/>
            <a:chExt cx="745600" cy="385788"/>
          </a:xfrm>
        </p:grpSpPr>
        <p:sp>
          <p:nvSpPr>
            <p:cNvPr id="99" name="Google Shape;99;p14"/>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4"/>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4"/>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03" name="Google Shape;103;p14"/>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4"/>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05" name="Google Shape;105;p14"/>
          <p:cNvSpPr/>
          <p:nvPr/>
        </p:nvSpPr>
        <p:spPr>
          <a:xfrm>
            <a:off x="1085688" y="312575"/>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Chapters</a:t>
            </a:r>
            <a:endParaRPr b="1" sz="3600">
              <a:solidFill>
                <a:srgbClr val="262626"/>
              </a:solidFill>
              <a:latin typeface="Tahoma"/>
              <a:ea typeface="Tahoma"/>
              <a:cs typeface="Tahoma"/>
              <a:sym typeface="Tahoma"/>
            </a:endParaRPr>
          </a:p>
        </p:txBody>
      </p:sp>
      <p:sp>
        <p:nvSpPr>
          <p:cNvPr id="106" name="Google Shape;106;p14"/>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4"/>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8" name="Google Shape;108;p14"/>
          <p:cNvGrpSpPr/>
          <p:nvPr/>
        </p:nvGrpSpPr>
        <p:grpSpPr>
          <a:xfrm>
            <a:off x="508400" y="1165100"/>
            <a:ext cx="2768206" cy="235500"/>
            <a:chOff x="894600" y="1165100"/>
            <a:chExt cx="2768206" cy="235500"/>
          </a:xfrm>
        </p:grpSpPr>
        <p:sp>
          <p:nvSpPr>
            <p:cNvPr id="109" name="Google Shape;109;p14"/>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0" name="Google Shape;110;p14"/>
            <p:cNvGrpSpPr/>
            <p:nvPr/>
          </p:nvGrpSpPr>
          <p:grpSpPr>
            <a:xfrm>
              <a:off x="894600" y="1165100"/>
              <a:ext cx="2768206" cy="235500"/>
              <a:chOff x="894600" y="1165100"/>
              <a:chExt cx="2768206" cy="235500"/>
            </a:xfrm>
          </p:grpSpPr>
          <p:sp>
            <p:nvSpPr>
              <p:cNvPr id="111" name="Google Shape;111;p14"/>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112" name="Google Shape;112;p14"/>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113" name="Google Shape;113;p14"/>
          <p:cNvSpPr/>
          <p:nvPr/>
        </p:nvSpPr>
        <p:spPr>
          <a:xfrm>
            <a:off x="530175" y="1390071"/>
            <a:ext cx="4063800" cy="34926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800">
                <a:solidFill>
                  <a:srgbClr val="1AAD09"/>
                </a:solidFill>
                <a:latin typeface="Consolas"/>
                <a:ea typeface="Consolas"/>
                <a:cs typeface="Consolas"/>
                <a:sym typeface="Consolas"/>
              </a:rPr>
              <a:t>0. What is Linux​</a:t>
            </a:r>
            <a:endParaRPr sz="1800">
              <a:solidFill>
                <a:srgbClr val="1AAD09"/>
              </a:solidFill>
              <a:latin typeface="Consolas"/>
              <a:ea typeface="Consolas"/>
              <a:cs typeface="Consolas"/>
              <a:sym typeface="Consolas"/>
            </a:endParaRPr>
          </a:p>
          <a:p>
            <a:pPr indent="0" lvl="0" marL="0" rtl="0" algn="l">
              <a:lnSpc>
                <a:spcPct val="115000"/>
              </a:lnSpc>
              <a:spcBef>
                <a:spcPts val="1200"/>
              </a:spcBef>
              <a:spcAft>
                <a:spcPts val="0"/>
              </a:spcAft>
              <a:buClr>
                <a:schemeClr val="dk1"/>
              </a:buClr>
              <a:buSzPts val="1100"/>
              <a:buFont typeface="Arial"/>
              <a:buNone/>
            </a:pPr>
            <a:r>
              <a:rPr lang="en" sz="1800">
                <a:solidFill>
                  <a:srgbClr val="1AAD09"/>
                </a:solidFill>
                <a:latin typeface="Consolas"/>
                <a:ea typeface="Consolas"/>
                <a:cs typeface="Consolas"/>
                <a:sym typeface="Consolas"/>
              </a:rPr>
              <a:t>1. Choosing a Distro​</a:t>
            </a:r>
            <a:endParaRPr sz="1800">
              <a:solidFill>
                <a:srgbClr val="1AAD09"/>
              </a:solidFill>
              <a:latin typeface="Consolas"/>
              <a:ea typeface="Consolas"/>
              <a:cs typeface="Consolas"/>
              <a:sym typeface="Consolas"/>
            </a:endParaRPr>
          </a:p>
          <a:p>
            <a:pPr indent="0" lvl="0" marL="0" rtl="0" algn="l">
              <a:lnSpc>
                <a:spcPct val="115000"/>
              </a:lnSpc>
              <a:spcBef>
                <a:spcPts val="1200"/>
              </a:spcBef>
              <a:spcAft>
                <a:spcPts val="0"/>
              </a:spcAft>
              <a:buClr>
                <a:schemeClr val="dk1"/>
              </a:buClr>
              <a:buSzPts val="1100"/>
              <a:buFont typeface="Arial"/>
              <a:buNone/>
            </a:pPr>
            <a:r>
              <a:rPr lang="en" sz="1800">
                <a:solidFill>
                  <a:srgbClr val="1AAD09"/>
                </a:solidFill>
                <a:latin typeface="Consolas"/>
                <a:ea typeface="Consolas"/>
                <a:cs typeface="Consolas"/>
                <a:sym typeface="Consolas"/>
              </a:rPr>
              <a:t>2. Computer Terminology​</a:t>
            </a:r>
            <a:endParaRPr sz="1800">
              <a:solidFill>
                <a:srgbClr val="1AAD09"/>
              </a:solidFill>
              <a:latin typeface="Consolas"/>
              <a:ea typeface="Consolas"/>
              <a:cs typeface="Consolas"/>
              <a:sym typeface="Consolas"/>
            </a:endParaRPr>
          </a:p>
          <a:p>
            <a:pPr indent="0" lvl="0" marL="0" rtl="0" algn="l">
              <a:lnSpc>
                <a:spcPct val="115000"/>
              </a:lnSpc>
              <a:spcBef>
                <a:spcPts val="1200"/>
              </a:spcBef>
              <a:spcAft>
                <a:spcPts val="0"/>
              </a:spcAft>
              <a:buClr>
                <a:schemeClr val="dk1"/>
              </a:buClr>
              <a:buSzPts val="1100"/>
              <a:buFont typeface="Arial"/>
              <a:buNone/>
            </a:pPr>
            <a:r>
              <a:rPr lang="en" sz="1800">
                <a:solidFill>
                  <a:srgbClr val="1AAD09"/>
                </a:solidFill>
                <a:latin typeface="Consolas"/>
                <a:ea typeface="Consolas"/>
                <a:cs typeface="Consolas"/>
                <a:sym typeface="Consolas"/>
              </a:rPr>
              <a:t>3. Installing Linux​</a:t>
            </a:r>
            <a:endParaRPr sz="1800">
              <a:solidFill>
                <a:srgbClr val="1AAD09"/>
              </a:solidFill>
              <a:latin typeface="Consolas"/>
              <a:ea typeface="Consolas"/>
              <a:cs typeface="Consolas"/>
              <a:sym typeface="Consolas"/>
            </a:endParaRPr>
          </a:p>
          <a:p>
            <a:pPr indent="0" lvl="0" marL="0" rtl="0" algn="l">
              <a:lnSpc>
                <a:spcPct val="115000"/>
              </a:lnSpc>
              <a:spcBef>
                <a:spcPts val="1200"/>
              </a:spcBef>
              <a:spcAft>
                <a:spcPts val="0"/>
              </a:spcAft>
              <a:buClr>
                <a:schemeClr val="dk1"/>
              </a:buClr>
              <a:buSzPts val="1100"/>
              <a:buFont typeface="Arial"/>
              <a:buNone/>
            </a:pPr>
            <a:r>
              <a:rPr lang="en" sz="1800">
                <a:solidFill>
                  <a:srgbClr val="1AAD09"/>
                </a:solidFill>
                <a:latin typeface="Consolas"/>
                <a:ea typeface="Consolas"/>
                <a:cs typeface="Consolas"/>
                <a:sym typeface="Consolas"/>
              </a:rPr>
              <a:t>4. Users, UNIX, and You​</a:t>
            </a:r>
            <a:endParaRPr sz="1800">
              <a:solidFill>
                <a:srgbClr val="1AAD09"/>
              </a:solidFill>
              <a:latin typeface="Consolas"/>
              <a:ea typeface="Consolas"/>
              <a:cs typeface="Consolas"/>
              <a:sym typeface="Consolas"/>
            </a:endParaRPr>
          </a:p>
          <a:p>
            <a:pPr indent="0" lvl="0" marL="0" rtl="0" algn="l">
              <a:lnSpc>
                <a:spcPct val="115000"/>
              </a:lnSpc>
              <a:spcBef>
                <a:spcPts val="1200"/>
              </a:spcBef>
              <a:spcAft>
                <a:spcPts val="0"/>
              </a:spcAft>
              <a:buClr>
                <a:schemeClr val="dk1"/>
              </a:buClr>
              <a:buSzPts val="1100"/>
              <a:buFont typeface="Arial"/>
              <a:buNone/>
            </a:pPr>
            <a:r>
              <a:rPr lang="en" sz="1800">
                <a:solidFill>
                  <a:srgbClr val="1AAD09"/>
                </a:solidFill>
                <a:latin typeface="Consolas"/>
                <a:ea typeface="Consolas"/>
                <a:cs typeface="Consolas"/>
                <a:sym typeface="Consolas"/>
              </a:rPr>
              <a:t>5. The Terminal​</a:t>
            </a:r>
            <a:endParaRPr sz="1800">
              <a:solidFill>
                <a:srgbClr val="1AAD09"/>
              </a:solidFill>
              <a:latin typeface="Consolas"/>
              <a:ea typeface="Consolas"/>
              <a:cs typeface="Consolas"/>
              <a:sym typeface="Consolas"/>
            </a:endParaRPr>
          </a:p>
          <a:p>
            <a:pPr indent="0" lvl="0" marL="0" rtl="0" algn="l">
              <a:lnSpc>
                <a:spcPct val="115000"/>
              </a:lnSpc>
              <a:spcBef>
                <a:spcPts val="1200"/>
              </a:spcBef>
              <a:spcAft>
                <a:spcPts val="0"/>
              </a:spcAft>
              <a:buClr>
                <a:schemeClr val="dk1"/>
              </a:buClr>
              <a:buSzPts val="1100"/>
              <a:buFont typeface="Arial"/>
              <a:buNone/>
            </a:pPr>
            <a:r>
              <a:rPr lang="en" sz="1800">
                <a:solidFill>
                  <a:srgbClr val="1AAD09"/>
                </a:solidFill>
                <a:latin typeface="Consolas"/>
                <a:ea typeface="Consolas"/>
                <a:cs typeface="Consolas"/>
                <a:sym typeface="Consolas"/>
              </a:rPr>
              <a:t>6. Package Managers​</a:t>
            </a:r>
            <a:endParaRPr sz="1800">
              <a:solidFill>
                <a:srgbClr val="1AAD09"/>
              </a:solidFill>
              <a:latin typeface="Consolas"/>
              <a:ea typeface="Consolas"/>
              <a:cs typeface="Consolas"/>
              <a:sym typeface="Consolas"/>
            </a:endParaRPr>
          </a:p>
          <a:p>
            <a:pPr indent="0" lvl="0" marL="0" rtl="0" algn="l">
              <a:lnSpc>
                <a:spcPct val="115000"/>
              </a:lnSpc>
              <a:spcBef>
                <a:spcPts val="1200"/>
              </a:spcBef>
              <a:spcAft>
                <a:spcPts val="1200"/>
              </a:spcAft>
              <a:buClr>
                <a:schemeClr val="dk1"/>
              </a:buClr>
              <a:buSzPts val="1100"/>
              <a:buFont typeface="Arial"/>
              <a:buNone/>
            </a:pPr>
            <a:r>
              <a:rPr lang="en" sz="1800">
                <a:solidFill>
                  <a:srgbClr val="1AAD09"/>
                </a:solidFill>
                <a:latin typeface="Consolas"/>
                <a:ea typeface="Consolas"/>
                <a:cs typeface="Consolas"/>
                <a:sym typeface="Consolas"/>
              </a:rPr>
              <a:t>7. Conclusion​</a:t>
            </a:r>
            <a:endParaRPr sz="1800">
              <a:solidFill>
                <a:srgbClr val="1AAD09"/>
              </a:solidFill>
              <a:latin typeface="Consolas"/>
              <a:ea typeface="Consolas"/>
              <a:cs typeface="Consolas"/>
              <a:sym typeface="Consolas"/>
            </a:endParaRPr>
          </a:p>
        </p:txBody>
      </p:sp>
      <p:grpSp>
        <p:nvGrpSpPr>
          <p:cNvPr id="114" name="Google Shape;114;p14"/>
          <p:cNvGrpSpPr/>
          <p:nvPr/>
        </p:nvGrpSpPr>
        <p:grpSpPr>
          <a:xfrm>
            <a:off x="3977133" y="1069247"/>
            <a:ext cx="569648" cy="349096"/>
            <a:chOff x="8367425" y="992000"/>
            <a:chExt cx="605944" cy="371339"/>
          </a:xfrm>
        </p:grpSpPr>
        <p:sp>
          <p:nvSpPr>
            <p:cNvPr id="115" name="Google Shape;115;p14"/>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6" name="Google Shape;116;p14"/>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17" name="Google Shape;117;p14"/>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8" name="Google Shape;118;p14"/>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9" name="Google Shape;119;p14"/>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20" name="Google Shape;120;p14"/>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21" name="Google Shape;121;p14"/>
          <p:cNvSpPr/>
          <p:nvPr/>
        </p:nvSpPr>
        <p:spPr>
          <a:xfrm>
            <a:off x="4735750"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4"/>
          <p:cNvSpPr/>
          <p:nvPr/>
        </p:nvSpPr>
        <p:spPr>
          <a:xfrm>
            <a:off x="4735750"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4"/>
          <p:cNvSpPr/>
          <p:nvPr/>
        </p:nvSpPr>
        <p:spPr>
          <a:xfrm>
            <a:off x="4735750"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4"/>
          <p:cNvSpPr/>
          <p:nvPr/>
        </p:nvSpPr>
        <p:spPr>
          <a:xfrm>
            <a:off x="4735746"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14"/>
          <p:cNvSpPr txBox="1"/>
          <p:nvPr/>
        </p:nvSpPr>
        <p:spPr>
          <a:xfrm>
            <a:off x="4735675"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126" name="Google Shape;126;p14"/>
          <p:cNvPicPr preferRelativeResize="0"/>
          <p:nvPr/>
        </p:nvPicPr>
        <p:blipFill>
          <a:blip r:embed="rId4">
            <a:alphaModFix/>
          </a:blip>
          <a:stretch>
            <a:fillRect/>
          </a:stretch>
        </p:blipFill>
        <p:spPr>
          <a:xfrm>
            <a:off x="4761975" y="1548273"/>
            <a:ext cx="450650" cy="2295025"/>
          </a:xfrm>
          <a:prstGeom prst="rect">
            <a:avLst/>
          </a:prstGeom>
          <a:noFill/>
          <a:ln>
            <a:noFill/>
          </a:ln>
        </p:spPr>
      </p:pic>
      <p:sp>
        <p:nvSpPr>
          <p:cNvPr id="127" name="Google Shape;127;p14"/>
          <p:cNvSpPr/>
          <p:nvPr/>
        </p:nvSpPr>
        <p:spPr>
          <a:xfrm>
            <a:off x="4855175"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4"/>
          <p:cNvSpPr/>
          <p:nvPr/>
        </p:nvSpPr>
        <p:spPr>
          <a:xfrm>
            <a:off x="5153875"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4"/>
          <p:cNvSpPr/>
          <p:nvPr/>
        </p:nvSpPr>
        <p:spPr>
          <a:xfrm>
            <a:off x="5153875"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4"/>
          <p:cNvSpPr/>
          <p:nvPr/>
        </p:nvSpPr>
        <p:spPr>
          <a:xfrm>
            <a:off x="5303775"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14"/>
          <p:cNvSpPr/>
          <p:nvPr/>
        </p:nvSpPr>
        <p:spPr>
          <a:xfrm>
            <a:off x="5303775"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4"/>
          <p:cNvSpPr/>
          <p:nvPr/>
        </p:nvSpPr>
        <p:spPr>
          <a:xfrm>
            <a:off x="5445675"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4"/>
          <p:cNvSpPr/>
          <p:nvPr/>
        </p:nvSpPr>
        <p:spPr>
          <a:xfrm>
            <a:off x="5445675"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4"/>
          <p:cNvSpPr/>
          <p:nvPr/>
        </p:nvSpPr>
        <p:spPr>
          <a:xfrm>
            <a:off x="5595575"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4"/>
          <p:cNvSpPr/>
          <p:nvPr/>
        </p:nvSpPr>
        <p:spPr>
          <a:xfrm>
            <a:off x="5595575"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4"/>
          <p:cNvSpPr/>
          <p:nvPr/>
        </p:nvSpPr>
        <p:spPr>
          <a:xfrm>
            <a:off x="5745475"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4"/>
          <p:cNvSpPr/>
          <p:nvPr/>
        </p:nvSpPr>
        <p:spPr>
          <a:xfrm>
            <a:off x="5745475"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4"/>
          <p:cNvSpPr/>
          <p:nvPr/>
        </p:nvSpPr>
        <p:spPr>
          <a:xfrm>
            <a:off x="5895375"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14"/>
          <p:cNvSpPr/>
          <p:nvPr/>
        </p:nvSpPr>
        <p:spPr>
          <a:xfrm>
            <a:off x="5895375"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14"/>
          <p:cNvSpPr/>
          <p:nvPr/>
        </p:nvSpPr>
        <p:spPr>
          <a:xfrm>
            <a:off x="6037275"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14"/>
          <p:cNvSpPr/>
          <p:nvPr/>
        </p:nvSpPr>
        <p:spPr>
          <a:xfrm>
            <a:off x="60372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4"/>
          <p:cNvSpPr/>
          <p:nvPr/>
        </p:nvSpPr>
        <p:spPr>
          <a:xfrm>
            <a:off x="6187175"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4"/>
          <p:cNvSpPr/>
          <p:nvPr/>
        </p:nvSpPr>
        <p:spPr>
          <a:xfrm>
            <a:off x="6187175"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4"/>
          <p:cNvSpPr/>
          <p:nvPr/>
        </p:nvSpPr>
        <p:spPr>
          <a:xfrm>
            <a:off x="6337075"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4"/>
          <p:cNvSpPr/>
          <p:nvPr/>
        </p:nvSpPr>
        <p:spPr>
          <a:xfrm>
            <a:off x="6337075"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4"/>
          <p:cNvSpPr/>
          <p:nvPr/>
        </p:nvSpPr>
        <p:spPr>
          <a:xfrm>
            <a:off x="6486975"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14"/>
          <p:cNvSpPr/>
          <p:nvPr/>
        </p:nvSpPr>
        <p:spPr>
          <a:xfrm>
            <a:off x="6486975"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14"/>
          <p:cNvSpPr/>
          <p:nvPr/>
        </p:nvSpPr>
        <p:spPr>
          <a:xfrm>
            <a:off x="6636875"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14"/>
          <p:cNvSpPr/>
          <p:nvPr/>
        </p:nvSpPr>
        <p:spPr>
          <a:xfrm>
            <a:off x="6636875"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14"/>
          <p:cNvSpPr/>
          <p:nvPr/>
        </p:nvSpPr>
        <p:spPr>
          <a:xfrm>
            <a:off x="6786775"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4"/>
          <p:cNvSpPr/>
          <p:nvPr/>
        </p:nvSpPr>
        <p:spPr>
          <a:xfrm>
            <a:off x="67867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4"/>
          <p:cNvSpPr/>
          <p:nvPr/>
        </p:nvSpPr>
        <p:spPr>
          <a:xfrm>
            <a:off x="6928675"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14"/>
          <p:cNvSpPr/>
          <p:nvPr/>
        </p:nvSpPr>
        <p:spPr>
          <a:xfrm>
            <a:off x="6928675"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4"/>
          <p:cNvSpPr/>
          <p:nvPr/>
        </p:nvSpPr>
        <p:spPr>
          <a:xfrm>
            <a:off x="7078575"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4"/>
          <p:cNvSpPr/>
          <p:nvPr/>
        </p:nvSpPr>
        <p:spPr>
          <a:xfrm>
            <a:off x="7078575"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14"/>
          <p:cNvSpPr/>
          <p:nvPr/>
        </p:nvSpPr>
        <p:spPr>
          <a:xfrm>
            <a:off x="4968686"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14"/>
          <p:cNvSpPr/>
          <p:nvPr/>
        </p:nvSpPr>
        <p:spPr>
          <a:xfrm>
            <a:off x="4908761"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4"/>
          <p:cNvSpPr/>
          <p:nvPr/>
        </p:nvSpPr>
        <p:spPr>
          <a:xfrm>
            <a:off x="4735675" y="4720025"/>
            <a:ext cx="3827400" cy="1713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14"/>
          <p:cNvSpPr/>
          <p:nvPr/>
        </p:nvSpPr>
        <p:spPr>
          <a:xfrm>
            <a:off x="4735750" y="1195025"/>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14"/>
          <p:cNvSpPr txBox="1"/>
          <p:nvPr/>
        </p:nvSpPr>
        <p:spPr>
          <a:xfrm>
            <a:off x="4733075" y="4733825"/>
            <a:ext cx="1845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For Help, click Help Topics on the Help Menu.</a:t>
            </a:r>
            <a:endParaRPr sz="700">
              <a:solidFill>
                <a:schemeClr val="accent2"/>
              </a:solidFill>
              <a:latin typeface="Tahoma"/>
              <a:ea typeface="Tahoma"/>
              <a:cs typeface="Tahoma"/>
              <a:sym typeface="Tahoma"/>
            </a:endParaRPr>
          </a:p>
        </p:txBody>
      </p:sp>
      <p:sp>
        <p:nvSpPr>
          <p:cNvPr id="161" name="Google Shape;161;p14"/>
          <p:cNvSpPr/>
          <p:nvPr/>
        </p:nvSpPr>
        <p:spPr>
          <a:xfrm>
            <a:off x="5238850"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14"/>
          <p:cNvSpPr txBox="1"/>
          <p:nvPr/>
        </p:nvSpPr>
        <p:spPr>
          <a:xfrm>
            <a:off x="4722375"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grpSp>
        <p:nvGrpSpPr>
          <p:cNvPr id="163" name="Google Shape;163;p14"/>
          <p:cNvGrpSpPr/>
          <p:nvPr/>
        </p:nvGrpSpPr>
        <p:grpSpPr>
          <a:xfrm>
            <a:off x="7853691" y="1055825"/>
            <a:ext cx="745600" cy="385788"/>
            <a:chOff x="7518850" y="258820"/>
            <a:chExt cx="745600" cy="385788"/>
          </a:xfrm>
        </p:grpSpPr>
        <p:sp>
          <p:nvSpPr>
            <p:cNvPr id="164" name="Google Shape;164;p14"/>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14"/>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14"/>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68" name="Google Shape;168;p14"/>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14"/>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pic>
        <p:nvPicPr>
          <p:cNvPr id="170" name="Google Shape;170;p14"/>
          <p:cNvPicPr preferRelativeResize="0"/>
          <p:nvPr/>
        </p:nvPicPr>
        <p:blipFill>
          <a:blip r:embed="rId5">
            <a:alphaModFix/>
          </a:blip>
          <a:stretch>
            <a:fillRect/>
          </a:stretch>
        </p:blipFill>
        <p:spPr>
          <a:xfrm>
            <a:off x="5253600" y="1815175"/>
            <a:ext cx="3278600" cy="2295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 name="Shape 174"/>
        <p:cNvGrpSpPr/>
        <p:nvPr/>
      </p:nvGrpSpPr>
      <p:grpSpPr>
        <a:xfrm>
          <a:off x="0" y="0"/>
          <a:ext cx="0" cy="0"/>
          <a:chOff x="0" y="0"/>
          <a:chExt cx="0" cy="0"/>
        </a:xfrm>
      </p:grpSpPr>
      <p:sp>
        <p:nvSpPr>
          <p:cNvPr id="175" name="Google Shape;175;p15"/>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15"/>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77" name="Google Shape;177;p15"/>
          <p:cNvGrpSpPr/>
          <p:nvPr/>
        </p:nvGrpSpPr>
        <p:grpSpPr>
          <a:xfrm>
            <a:off x="8001078" y="1069247"/>
            <a:ext cx="569648" cy="349096"/>
            <a:chOff x="8367425" y="992000"/>
            <a:chExt cx="605944" cy="371339"/>
          </a:xfrm>
        </p:grpSpPr>
        <p:sp>
          <p:nvSpPr>
            <p:cNvPr id="178" name="Google Shape;178;p15"/>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79" name="Google Shape;179;p15"/>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80" name="Google Shape;180;p15"/>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81" name="Google Shape;181;p15"/>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82" name="Google Shape;182;p15"/>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83" name="Google Shape;183;p15"/>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84" name="Google Shape;184;p15"/>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a:t>
            </a:r>
            <a:r>
              <a:rPr b="1" lang="en" sz="1200">
                <a:solidFill>
                  <a:srgbClr val="F3F3F3"/>
                </a:solidFill>
                <a:latin typeface="Consolas"/>
                <a:ea typeface="Consolas"/>
                <a:cs typeface="Consolas"/>
                <a:sym typeface="Consolas"/>
              </a:rPr>
              <a:t>WINDOWS</a:t>
            </a:r>
            <a:r>
              <a:rPr b="1" lang="en" sz="1200">
                <a:solidFill>
                  <a:srgbClr val="F3F3F3"/>
                </a:solidFill>
                <a:latin typeface="Consolas"/>
                <a:ea typeface="Consolas"/>
                <a:cs typeface="Consolas"/>
                <a:sym typeface="Consolas"/>
              </a:rPr>
              <a:t>\system</a:t>
            </a:r>
            <a:r>
              <a:rPr b="1" lang="en" sz="1200">
                <a:solidFill>
                  <a:srgbClr val="F3F3F3"/>
                </a:solidFill>
                <a:latin typeface="Consolas"/>
                <a:ea typeface="Consolas"/>
                <a:cs typeface="Consolas"/>
                <a:sym typeface="Consolas"/>
              </a:rPr>
              <a:t>32</a:t>
            </a:r>
            <a:r>
              <a:rPr b="1" lang="en" sz="1200">
                <a:solidFill>
                  <a:srgbClr val="F3F3F3"/>
                </a:solidFill>
                <a:latin typeface="Consolas"/>
                <a:ea typeface="Consolas"/>
                <a:cs typeface="Consolas"/>
                <a:sym typeface="Consolas"/>
              </a:rPr>
              <a:t>\</a:t>
            </a:r>
            <a:r>
              <a:rPr b="1" lang="en" sz="1200">
                <a:solidFill>
                  <a:srgbClr val="F3F3F3"/>
                </a:solidFill>
                <a:latin typeface="Consolas"/>
                <a:ea typeface="Consolas"/>
                <a:cs typeface="Consolas"/>
                <a:sym typeface="Consolas"/>
              </a:rPr>
              <a:t>cmd</a:t>
            </a:r>
            <a:r>
              <a:rPr b="1" lang="en" sz="1200">
                <a:solidFill>
                  <a:srgbClr val="F3F3F3"/>
                </a:solidFill>
                <a:latin typeface="Consolas"/>
                <a:ea typeface="Consolas"/>
                <a:cs typeface="Consolas"/>
                <a:sym typeface="Consolas"/>
              </a:rPr>
              <a:t>.exe</a:t>
            </a:r>
            <a:endParaRPr b="1" sz="1200">
              <a:solidFill>
                <a:srgbClr val="F3F3F3"/>
              </a:solidFill>
              <a:latin typeface="Consolas"/>
              <a:ea typeface="Consolas"/>
              <a:cs typeface="Consolas"/>
              <a:sym typeface="Consolas"/>
            </a:endParaRPr>
          </a:p>
        </p:txBody>
      </p:sp>
      <p:grpSp>
        <p:nvGrpSpPr>
          <p:cNvPr id="185" name="Google Shape;185;p15"/>
          <p:cNvGrpSpPr/>
          <p:nvPr/>
        </p:nvGrpSpPr>
        <p:grpSpPr>
          <a:xfrm>
            <a:off x="508338" y="1169600"/>
            <a:ext cx="325800" cy="226500"/>
            <a:chOff x="1280775" y="1182975"/>
            <a:chExt cx="325800" cy="226500"/>
          </a:xfrm>
        </p:grpSpPr>
        <p:sp>
          <p:nvSpPr>
            <p:cNvPr id="186" name="Google Shape;186;p15"/>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15"/>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188" name="Google Shape;188;p15"/>
          <p:cNvSpPr/>
          <p:nvPr/>
        </p:nvSpPr>
        <p:spPr>
          <a:xfrm>
            <a:off x="508338" y="1418350"/>
            <a:ext cx="8091000" cy="3492600"/>
          </a:xfrm>
          <a:prstGeom prst="roundRect">
            <a:avLst>
              <a:gd fmla="val 0" name="adj"/>
            </a:avLst>
          </a:prstGeom>
          <a:noFill/>
          <a:ln>
            <a:noFill/>
          </a:ln>
        </p:spPr>
        <p:txBody>
          <a:bodyPr anchorCtr="0" anchor="ctr" bIns="91425" lIns="91425" spcFirstLastPara="1" rIns="91425" wrap="square" tIns="91425">
            <a:noAutofit/>
          </a:bodyPr>
          <a:lstStyle/>
          <a:p>
            <a:pPr indent="-330200" lvl="0" marL="457200" rtl="0" algn="l">
              <a:lnSpc>
                <a:spcPct val="115000"/>
              </a:lnSpc>
              <a:spcBef>
                <a:spcPts val="120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Kernel!​</a:t>
            </a:r>
            <a:endParaRPr sz="1600">
              <a:solidFill>
                <a:srgbClr val="F3F3F3"/>
              </a:solidFill>
              <a:latin typeface="Consolas"/>
              <a:ea typeface="Consolas"/>
              <a:cs typeface="Consolas"/>
              <a:sym typeface="Consolas"/>
            </a:endParaRPr>
          </a:p>
          <a:p>
            <a:pPr indent="-330200" lvl="1" marL="9144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A kernel is the program at the core of a computer's operating system​</a:t>
            </a:r>
            <a:endParaRPr sz="1600">
              <a:solidFill>
                <a:srgbClr val="F3F3F3"/>
              </a:solidFill>
              <a:latin typeface="Consolas"/>
              <a:ea typeface="Consolas"/>
              <a:cs typeface="Consolas"/>
              <a:sym typeface="Consolas"/>
            </a:endParaRPr>
          </a:p>
          <a:p>
            <a:pPr indent="-330200" lvl="1" marL="9144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Developed by </a:t>
            </a:r>
            <a:r>
              <a:rPr lang="en" sz="1600">
                <a:solidFill>
                  <a:srgbClr val="FFFF00"/>
                </a:solidFill>
                <a:latin typeface="Consolas"/>
                <a:ea typeface="Consolas"/>
                <a:cs typeface="Consolas"/>
                <a:sym typeface="Consolas"/>
              </a:rPr>
              <a:t>Linus Torvalds</a:t>
            </a:r>
            <a:r>
              <a:rPr lang="en" sz="1600">
                <a:solidFill>
                  <a:srgbClr val="F3F3F3"/>
                </a:solidFill>
                <a:latin typeface="Consolas"/>
                <a:ea typeface="Consolas"/>
                <a:cs typeface="Consolas"/>
                <a:sym typeface="Consolas"/>
              </a:rPr>
              <a:t> in 1991 to replace UNIX​</a:t>
            </a:r>
            <a:endParaRPr sz="1600">
              <a:solidFill>
                <a:srgbClr val="F3F3F3"/>
              </a:solidFill>
              <a:latin typeface="Consolas"/>
              <a:ea typeface="Consolas"/>
              <a:cs typeface="Consolas"/>
              <a:sym typeface="Consolas"/>
            </a:endParaRPr>
          </a:p>
          <a:p>
            <a:pPr indent="-330200" lvl="0" marL="4572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Family of Operating Systems!​</a:t>
            </a:r>
            <a:endParaRPr sz="1600">
              <a:solidFill>
                <a:srgbClr val="F3F3F3"/>
              </a:solidFill>
              <a:latin typeface="Consolas"/>
              <a:ea typeface="Consolas"/>
              <a:cs typeface="Consolas"/>
              <a:sym typeface="Consolas"/>
            </a:endParaRPr>
          </a:p>
          <a:p>
            <a:pPr indent="-330200" lvl="1" marL="9144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An operating system built upon the Linux kernel is known as a Linux Distro or GNU/Linux Distro​</a:t>
            </a:r>
            <a:endParaRPr sz="1600">
              <a:solidFill>
                <a:srgbClr val="F3F3F3"/>
              </a:solidFill>
              <a:latin typeface="Consolas"/>
              <a:ea typeface="Consolas"/>
              <a:cs typeface="Consolas"/>
              <a:sym typeface="Consolas"/>
            </a:endParaRPr>
          </a:p>
          <a:p>
            <a:pPr indent="-330200" lvl="1" marL="9144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These include Alpine Linux, Arch Linux, Debian, Fedora, Gentoo, Linux Mint, openSUSE and </a:t>
            </a:r>
            <a:r>
              <a:rPr i="1" lang="en" sz="1600">
                <a:solidFill>
                  <a:srgbClr val="F3F3F3"/>
                </a:solidFill>
                <a:latin typeface="Consolas"/>
                <a:ea typeface="Consolas"/>
                <a:cs typeface="Consolas"/>
                <a:sym typeface="Consolas"/>
              </a:rPr>
              <a:t>many </a:t>
            </a:r>
            <a:r>
              <a:rPr lang="en" sz="1600">
                <a:solidFill>
                  <a:srgbClr val="F3F3F3"/>
                </a:solidFill>
                <a:latin typeface="Consolas"/>
                <a:ea typeface="Consolas"/>
                <a:cs typeface="Consolas"/>
                <a:sym typeface="Consolas"/>
              </a:rPr>
              <a:t>others​</a:t>
            </a:r>
            <a:endParaRPr sz="1600">
              <a:solidFill>
                <a:srgbClr val="F3F3F3"/>
              </a:solidFill>
              <a:latin typeface="Consolas"/>
              <a:ea typeface="Consolas"/>
              <a:cs typeface="Consolas"/>
              <a:sym typeface="Consolas"/>
            </a:endParaRPr>
          </a:p>
          <a:p>
            <a:pPr indent="-330200" lvl="1" marL="9144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The world's most used operating system—Android—uses the Linux kernel​</a:t>
            </a:r>
            <a:endParaRPr sz="1600">
              <a:solidFill>
                <a:srgbClr val="F3F3F3"/>
              </a:solidFill>
              <a:latin typeface="Consolas"/>
              <a:ea typeface="Consolas"/>
              <a:cs typeface="Consolas"/>
              <a:sym typeface="Consolas"/>
            </a:endParaRPr>
          </a:p>
          <a:p>
            <a:pPr indent="-330200" lvl="0" marL="4572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Community!​</a:t>
            </a:r>
            <a:endParaRPr sz="1600">
              <a:solidFill>
                <a:srgbClr val="F3F3F3"/>
              </a:solidFill>
              <a:latin typeface="Consolas"/>
              <a:ea typeface="Consolas"/>
              <a:cs typeface="Consolas"/>
              <a:sym typeface="Consolas"/>
            </a:endParaRPr>
          </a:p>
          <a:p>
            <a:pPr indent="0" lvl="0" marL="0" rtl="0" algn="l">
              <a:spcBef>
                <a:spcPts val="1200"/>
              </a:spcBef>
              <a:spcAft>
                <a:spcPts val="0"/>
              </a:spcAft>
              <a:buNone/>
            </a:pPr>
            <a:r>
              <a:t/>
            </a:r>
            <a:endParaRPr sz="300">
              <a:solidFill>
                <a:srgbClr val="F3F3F3"/>
              </a:solidFill>
              <a:latin typeface="Consolas"/>
              <a:ea typeface="Consolas"/>
              <a:cs typeface="Consolas"/>
              <a:sym typeface="Consolas"/>
            </a:endParaRPr>
          </a:p>
        </p:txBody>
      </p:sp>
      <p:sp>
        <p:nvSpPr>
          <p:cNvPr id="189" name="Google Shape;189;p15"/>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15"/>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1" name="Google Shape;191;p15"/>
          <p:cNvGrpSpPr/>
          <p:nvPr/>
        </p:nvGrpSpPr>
        <p:grpSpPr>
          <a:xfrm>
            <a:off x="7890091" y="9500"/>
            <a:ext cx="745600" cy="385788"/>
            <a:chOff x="7518850" y="258820"/>
            <a:chExt cx="745600" cy="385788"/>
          </a:xfrm>
        </p:grpSpPr>
        <p:sp>
          <p:nvSpPr>
            <p:cNvPr id="192" name="Google Shape;192;p15"/>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15"/>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15"/>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96" name="Google Shape;196;p15"/>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15"/>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98" name="Google Shape;198;p15"/>
          <p:cNvSpPr/>
          <p:nvPr/>
        </p:nvSpPr>
        <p:spPr>
          <a:xfrm>
            <a:off x="1085688"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Linux is a…</a:t>
            </a:r>
            <a:endParaRPr b="1" sz="3600">
              <a:solidFill>
                <a:srgbClr val="262626"/>
              </a:solidFill>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sp>
        <p:nvSpPr>
          <p:cNvPr id="203" name="Google Shape;203;p16"/>
          <p:cNvSpPr/>
          <p:nvPr/>
        </p:nvSpPr>
        <p:spPr>
          <a:xfrm>
            <a:off x="4735675"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16"/>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16"/>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6" name="Google Shape;206;p16"/>
          <p:cNvGrpSpPr/>
          <p:nvPr/>
        </p:nvGrpSpPr>
        <p:grpSpPr>
          <a:xfrm>
            <a:off x="7890091" y="9500"/>
            <a:ext cx="745600" cy="385788"/>
            <a:chOff x="7518850" y="258820"/>
            <a:chExt cx="745600" cy="385788"/>
          </a:xfrm>
        </p:grpSpPr>
        <p:sp>
          <p:nvSpPr>
            <p:cNvPr id="207" name="Google Shape;207;p16"/>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6"/>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16"/>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16"/>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211" name="Google Shape;211;p16"/>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16"/>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213" name="Google Shape;213;p16"/>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16"/>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5" name="Google Shape;215;p16"/>
          <p:cNvGrpSpPr/>
          <p:nvPr/>
        </p:nvGrpSpPr>
        <p:grpSpPr>
          <a:xfrm>
            <a:off x="508400" y="1165100"/>
            <a:ext cx="2768206" cy="235500"/>
            <a:chOff x="894600" y="1165100"/>
            <a:chExt cx="2768206" cy="235500"/>
          </a:xfrm>
        </p:grpSpPr>
        <p:sp>
          <p:nvSpPr>
            <p:cNvPr id="216" name="Google Shape;216;p16"/>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7" name="Google Shape;217;p16"/>
            <p:cNvGrpSpPr/>
            <p:nvPr/>
          </p:nvGrpSpPr>
          <p:grpSpPr>
            <a:xfrm>
              <a:off x="894600" y="1165100"/>
              <a:ext cx="2768206" cy="235500"/>
              <a:chOff x="894600" y="1165100"/>
              <a:chExt cx="2768206" cy="235500"/>
            </a:xfrm>
          </p:grpSpPr>
          <p:sp>
            <p:nvSpPr>
              <p:cNvPr id="218" name="Google Shape;218;p16"/>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219" name="Google Shape;219;p16"/>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220" name="Google Shape;220;p16"/>
          <p:cNvSpPr/>
          <p:nvPr/>
        </p:nvSpPr>
        <p:spPr>
          <a:xfrm>
            <a:off x="508250" y="1418350"/>
            <a:ext cx="4063800" cy="3492600"/>
          </a:xfrm>
          <a:prstGeom prst="roundRect">
            <a:avLst>
              <a:gd fmla="val 0" name="adj"/>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Linux respects the rights of computer users (that's you!)​</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FFF00"/>
                </a:solidFill>
                <a:latin typeface="Consolas"/>
                <a:ea typeface="Consolas"/>
                <a:cs typeface="Consolas"/>
                <a:sym typeface="Consolas"/>
              </a:rPr>
              <a:t>Free software</a:t>
            </a:r>
            <a:r>
              <a:rPr lang="en" sz="1800">
                <a:solidFill>
                  <a:srgbClr val="F3F3F3"/>
                </a:solidFill>
                <a:latin typeface="Consolas"/>
                <a:ea typeface="Consolas"/>
                <a:cs typeface="Consolas"/>
                <a:sym typeface="Consolas"/>
              </a:rPr>
              <a:t> means the freedom to run, copy, distribute, study, change and improve the software (</a:t>
            </a:r>
            <a:r>
              <a:rPr lang="en" sz="1800" u="sng">
                <a:solidFill>
                  <a:srgbClr val="F3F3F3"/>
                </a:solidFill>
                <a:latin typeface="Consolas"/>
                <a:ea typeface="Consolas"/>
                <a:cs typeface="Consolas"/>
                <a:sym typeface="Consolas"/>
                <a:hlinkClick r:id="rId4">
                  <a:extLst>
                    <a:ext uri="{A12FA001-AC4F-418D-AE19-62706E023703}">
                      <ahyp:hlinkClr val="tx"/>
                    </a:ext>
                  </a:extLst>
                </a:hlinkClick>
              </a:rPr>
              <a:t>gnu.org</a:t>
            </a:r>
            <a:r>
              <a:rPr lang="en" sz="1800">
                <a:solidFill>
                  <a:srgbClr val="F3F3F3"/>
                </a:solidFill>
                <a:latin typeface="Consolas"/>
                <a:ea typeface="Consolas"/>
                <a:cs typeface="Consolas"/>
                <a:sym typeface="Consolas"/>
              </a:rPr>
              <a:t>)​</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No adware / bloatware / spyware​</a:t>
            </a:r>
            <a:endParaRPr sz="1800">
              <a:solidFill>
                <a:srgbClr val="F3F3F3"/>
              </a:solidFill>
              <a:latin typeface="Consolas"/>
              <a:ea typeface="Consolas"/>
              <a:cs typeface="Consolas"/>
              <a:sym typeface="Consolas"/>
            </a:endParaRPr>
          </a:p>
          <a:p>
            <a:pPr indent="0" lvl="0" marL="0" rtl="0" algn="l">
              <a:spcBef>
                <a:spcPts val="1200"/>
              </a:spcBef>
              <a:spcAft>
                <a:spcPts val="0"/>
              </a:spcAft>
              <a:buNone/>
            </a:pPr>
            <a:r>
              <a:t/>
            </a:r>
            <a:endParaRPr sz="1800">
              <a:solidFill>
                <a:srgbClr val="F3F3F3"/>
              </a:solidFill>
              <a:latin typeface="Consolas"/>
              <a:ea typeface="Consolas"/>
              <a:cs typeface="Consolas"/>
              <a:sym typeface="Consolas"/>
            </a:endParaRPr>
          </a:p>
        </p:txBody>
      </p:sp>
      <p:grpSp>
        <p:nvGrpSpPr>
          <p:cNvPr id="221" name="Google Shape;221;p16"/>
          <p:cNvGrpSpPr/>
          <p:nvPr/>
        </p:nvGrpSpPr>
        <p:grpSpPr>
          <a:xfrm>
            <a:off x="3977133" y="1069247"/>
            <a:ext cx="569648" cy="349096"/>
            <a:chOff x="8367425" y="992000"/>
            <a:chExt cx="605944" cy="371339"/>
          </a:xfrm>
        </p:grpSpPr>
        <p:sp>
          <p:nvSpPr>
            <p:cNvPr id="222" name="Google Shape;222;p16"/>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223" name="Google Shape;223;p16"/>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224" name="Google Shape;224;p16"/>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225" name="Google Shape;225;p16"/>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226" name="Google Shape;226;p16"/>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227" name="Google Shape;227;p16"/>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228" name="Google Shape;228;p16"/>
          <p:cNvSpPr/>
          <p:nvPr/>
        </p:nvSpPr>
        <p:spPr>
          <a:xfrm>
            <a:off x="4735750"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16"/>
          <p:cNvSpPr/>
          <p:nvPr/>
        </p:nvSpPr>
        <p:spPr>
          <a:xfrm>
            <a:off x="4735750"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16"/>
          <p:cNvSpPr/>
          <p:nvPr/>
        </p:nvSpPr>
        <p:spPr>
          <a:xfrm>
            <a:off x="4735750"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16"/>
          <p:cNvSpPr/>
          <p:nvPr/>
        </p:nvSpPr>
        <p:spPr>
          <a:xfrm>
            <a:off x="4735746"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16"/>
          <p:cNvSpPr txBox="1"/>
          <p:nvPr/>
        </p:nvSpPr>
        <p:spPr>
          <a:xfrm>
            <a:off x="4735675"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233" name="Google Shape;233;p16"/>
          <p:cNvPicPr preferRelativeResize="0"/>
          <p:nvPr/>
        </p:nvPicPr>
        <p:blipFill>
          <a:blip r:embed="rId5">
            <a:alphaModFix/>
          </a:blip>
          <a:stretch>
            <a:fillRect/>
          </a:stretch>
        </p:blipFill>
        <p:spPr>
          <a:xfrm>
            <a:off x="4761975" y="1548273"/>
            <a:ext cx="450650" cy="2295025"/>
          </a:xfrm>
          <a:prstGeom prst="rect">
            <a:avLst/>
          </a:prstGeom>
          <a:noFill/>
          <a:ln>
            <a:noFill/>
          </a:ln>
        </p:spPr>
      </p:pic>
      <p:sp>
        <p:nvSpPr>
          <p:cNvPr id="234" name="Google Shape;234;p16"/>
          <p:cNvSpPr/>
          <p:nvPr/>
        </p:nvSpPr>
        <p:spPr>
          <a:xfrm>
            <a:off x="4855175"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16"/>
          <p:cNvSpPr/>
          <p:nvPr/>
        </p:nvSpPr>
        <p:spPr>
          <a:xfrm>
            <a:off x="5153875"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16"/>
          <p:cNvSpPr/>
          <p:nvPr/>
        </p:nvSpPr>
        <p:spPr>
          <a:xfrm>
            <a:off x="5153875"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16"/>
          <p:cNvSpPr/>
          <p:nvPr/>
        </p:nvSpPr>
        <p:spPr>
          <a:xfrm>
            <a:off x="5303775"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16"/>
          <p:cNvSpPr/>
          <p:nvPr/>
        </p:nvSpPr>
        <p:spPr>
          <a:xfrm>
            <a:off x="5303775"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16"/>
          <p:cNvSpPr/>
          <p:nvPr/>
        </p:nvSpPr>
        <p:spPr>
          <a:xfrm>
            <a:off x="5445675"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16"/>
          <p:cNvSpPr/>
          <p:nvPr/>
        </p:nvSpPr>
        <p:spPr>
          <a:xfrm>
            <a:off x="5445675"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16"/>
          <p:cNvSpPr/>
          <p:nvPr/>
        </p:nvSpPr>
        <p:spPr>
          <a:xfrm>
            <a:off x="5595575"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16"/>
          <p:cNvSpPr/>
          <p:nvPr/>
        </p:nvSpPr>
        <p:spPr>
          <a:xfrm>
            <a:off x="5595575"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16"/>
          <p:cNvSpPr/>
          <p:nvPr/>
        </p:nvSpPr>
        <p:spPr>
          <a:xfrm>
            <a:off x="5745475"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16"/>
          <p:cNvSpPr/>
          <p:nvPr/>
        </p:nvSpPr>
        <p:spPr>
          <a:xfrm>
            <a:off x="5745475"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16"/>
          <p:cNvSpPr/>
          <p:nvPr/>
        </p:nvSpPr>
        <p:spPr>
          <a:xfrm>
            <a:off x="5895375"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16"/>
          <p:cNvSpPr/>
          <p:nvPr/>
        </p:nvSpPr>
        <p:spPr>
          <a:xfrm>
            <a:off x="5895375"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16"/>
          <p:cNvSpPr/>
          <p:nvPr/>
        </p:nvSpPr>
        <p:spPr>
          <a:xfrm>
            <a:off x="6037275"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16"/>
          <p:cNvSpPr/>
          <p:nvPr/>
        </p:nvSpPr>
        <p:spPr>
          <a:xfrm>
            <a:off x="60372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16"/>
          <p:cNvSpPr/>
          <p:nvPr/>
        </p:nvSpPr>
        <p:spPr>
          <a:xfrm>
            <a:off x="6187175"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16"/>
          <p:cNvSpPr/>
          <p:nvPr/>
        </p:nvSpPr>
        <p:spPr>
          <a:xfrm>
            <a:off x="6187175"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16"/>
          <p:cNvSpPr/>
          <p:nvPr/>
        </p:nvSpPr>
        <p:spPr>
          <a:xfrm>
            <a:off x="6337075"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16"/>
          <p:cNvSpPr/>
          <p:nvPr/>
        </p:nvSpPr>
        <p:spPr>
          <a:xfrm>
            <a:off x="6337075"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16"/>
          <p:cNvSpPr/>
          <p:nvPr/>
        </p:nvSpPr>
        <p:spPr>
          <a:xfrm>
            <a:off x="6486975"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16"/>
          <p:cNvSpPr/>
          <p:nvPr/>
        </p:nvSpPr>
        <p:spPr>
          <a:xfrm>
            <a:off x="6486975"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16"/>
          <p:cNvSpPr/>
          <p:nvPr/>
        </p:nvSpPr>
        <p:spPr>
          <a:xfrm>
            <a:off x="6636875"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16"/>
          <p:cNvSpPr/>
          <p:nvPr/>
        </p:nvSpPr>
        <p:spPr>
          <a:xfrm>
            <a:off x="6636875"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 name="Google Shape;257;p16"/>
          <p:cNvSpPr/>
          <p:nvPr/>
        </p:nvSpPr>
        <p:spPr>
          <a:xfrm>
            <a:off x="6786775"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16"/>
          <p:cNvSpPr/>
          <p:nvPr/>
        </p:nvSpPr>
        <p:spPr>
          <a:xfrm>
            <a:off x="67867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16"/>
          <p:cNvSpPr/>
          <p:nvPr/>
        </p:nvSpPr>
        <p:spPr>
          <a:xfrm>
            <a:off x="6928675"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16"/>
          <p:cNvSpPr/>
          <p:nvPr/>
        </p:nvSpPr>
        <p:spPr>
          <a:xfrm>
            <a:off x="6928675"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16"/>
          <p:cNvSpPr/>
          <p:nvPr/>
        </p:nvSpPr>
        <p:spPr>
          <a:xfrm>
            <a:off x="7078575"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16"/>
          <p:cNvSpPr/>
          <p:nvPr/>
        </p:nvSpPr>
        <p:spPr>
          <a:xfrm>
            <a:off x="7078575"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16"/>
          <p:cNvSpPr/>
          <p:nvPr/>
        </p:nvSpPr>
        <p:spPr>
          <a:xfrm>
            <a:off x="4968686"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16"/>
          <p:cNvSpPr/>
          <p:nvPr/>
        </p:nvSpPr>
        <p:spPr>
          <a:xfrm>
            <a:off x="4908761"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16"/>
          <p:cNvSpPr/>
          <p:nvPr/>
        </p:nvSpPr>
        <p:spPr>
          <a:xfrm>
            <a:off x="4735675" y="4720025"/>
            <a:ext cx="3827400" cy="1713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16"/>
          <p:cNvSpPr/>
          <p:nvPr/>
        </p:nvSpPr>
        <p:spPr>
          <a:xfrm>
            <a:off x="4735750" y="1195025"/>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16"/>
          <p:cNvSpPr txBox="1"/>
          <p:nvPr/>
        </p:nvSpPr>
        <p:spPr>
          <a:xfrm>
            <a:off x="4733075" y="4733825"/>
            <a:ext cx="3813900" cy="143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700">
                <a:solidFill>
                  <a:schemeClr val="accent2"/>
                </a:solidFill>
                <a:latin typeface="Tahoma"/>
                <a:ea typeface="Tahoma"/>
                <a:cs typeface="Tahoma"/>
                <a:sym typeface="Tahoma"/>
              </a:rPr>
              <a:t>For Help, click Help Topics on the Help Menu.		Sourced from fedoraproject.org</a:t>
            </a:r>
            <a:endParaRPr sz="700">
              <a:solidFill>
                <a:schemeClr val="accent2"/>
              </a:solidFill>
              <a:latin typeface="Tahoma"/>
              <a:ea typeface="Tahoma"/>
              <a:cs typeface="Tahoma"/>
              <a:sym typeface="Tahoma"/>
            </a:endParaRPr>
          </a:p>
        </p:txBody>
      </p:sp>
      <p:sp>
        <p:nvSpPr>
          <p:cNvPr id="268" name="Google Shape;268;p16"/>
          <p:cNvSpPr/>
          <p:nvPr/>
        </p:nvSpPr>
        <p:spPr>
          <a:xfrm>
            <a:off x="5238850"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16"/>
          <p:cNvSpPr txBox="1"/>
          <p:nvPr/>
        </p:nvSpPr>
        <p:spPr>
          <a:xfrm>
            <a:off x="4722375"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grpSp>
        <p:nvGrpSpPr>
          <p:cNvPr id="270" name="Google Shape;270;p16"/>
          <p:cNvGrpSpPr/>
          <p:nvPr/>
        </p:nvGrpSpPr>
        <p:grpSpPr>
          <a:xfrm>
            <a:off x="7853691" y="1055825"/>
            <a:ext cx="745600" cy="385788"/>
            <a:chOff x="7518850" y="258820"/>
            <a:chExt cx="745600" cy="385788"/>
          </a:xfrm>
        </p:grpSpPr>
        <p:sp>
          <p:nvSpPr>
            <p:cNvPr id="271" name="Google Shape;271;p16"/>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6"/>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16"/>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16"/>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275" name="Google Shape;275;p16"/>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16"/>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277" name="Google Shape;277;p16"/>
          <p:cNvSpPr/>
          <p:nvPr/>
        </p:nvSpPr>
        <p:spPr>
          <a:xfrm>
            <a:off x="787351" y="355400"/>
            <a:ext cx="75693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Why should YOU use Linux? ​</a:t>
            </a:r>
            <a:endParaRPr b="1" sz="3600">
              <a:solidFill>
                <a:srgbClr val="262626"/>
              </a:solidFill>
              <a:latin typeface="Tahoma"/>
              <a:ea typeface="Tahoma"/>
              <a:cs typeface="Tahoma"/>
              <a:sym typeface="Tahoma"/>
            </a:endParaRPr>
          </a:p>
        </p:txBody>
      </p:sp>
      <p:pic>
        <p:nvPicPr>
          <p:cNvPr id="278" name="Google Shape;278;p16"/>
          <p:cNvPicPr preferRelativeResize="0"/>
          <p:nvPr/>
        </p:nvPicPr>
        <p:blipFill>
          <a:blip r:embed="rId6">
            <a:alphaModFix/>
          </a:blip>
          <a:stretch>
            <a:fillRect/>
          </a:stretch>
        </p:blipFill>
        <p:spPr>
          <a:xfrm>
            <a:off x="5499488" y="1584425"/>
            <a:ext cx="2695175" cy="2695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2" name="Shape 282"/>
        <p:cNvGrpSpPr/>
        <p:nvPr/>
      </p:nvGrpSpPr>
      <p:grpSpPr>
        <a:xfrm>
          <a:off x="0" y="0"/>
          <a:ext cx="0" cy="0"/>
          <a:chOff x="0" y="0"/>
          <a:chExt cx="0" cy="0"/>
        </a:xfrm>
      </p:grpSpPr>
      <p:sp>
        <p:nvSpPr>
          <p:cNvPr id="283" name="Google Shape;283;p17"/>
          <p:cNvSpPr/>
          <p:nvPr/>
        </p:nvSpPr>
        <p:spPr>
          <a:xfrm>
            <a:off x="521600"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17"/>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17"/>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86" name="Google Shape;286;p17"/>
          <p:cNvGrpSpPr/>
          <p:nvPr/>
        </p:nvGrpSpPr>
        <p:grpSpPr>
          <a:xfrm>
            <a:off x="7890091" y="9500"/>
            <a:ext cx="745600" cy="385788"/>
            <a:chOff x="7518850" y="258820"/>
            <a:chExt cx="745600" cy="385788"/>
          </a:xfrm>
        </p:grpSpPr>
        <p:sp>
          <p:nvSpPr>
            <p:cNvPr id="287" name="Google Shape;287;p17"/>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7"/>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17"/>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17"/>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291" name="Google Shape;291;p17"/>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17"/>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293" name="Google Shape;293;p17"/>
          <p:cNvSpPr/>
          <p:nvPr/>
        </p:nvSpPr>
        <p:spPr>
          <a:xfrm>
            <a:off x="787351" y="355400"/>
            <a:ext cx="75693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Why should YOU use Linux? II​</a:t>
            </a:r>
            <a:endParaRPr b="1" sz="3600">
              <a:solidFill>
                <a:srgbClr val="262626"/>
              </a:solidFill>
              <a:latin typeface="Tahoma"/>
              <a:ea typeface="Tahoma"/>
              <a:cs typeface="Tahoma"/>
              <a:sym typeface="Tahoma"/>
            </a:endParaRPr>
          </a:p>
        </p:txBody>
      </p:sp>
      <p:sp>
        <p:nvSpPr>
          <p:cNvPr id="294" name="Google Shape;294;p17"/>
          <p:cNvSpPr/>
          <p:nvPr/>
        </p:nvSpPr>
        <p:spPr>
          <a:xfrm>
            <a:off x="4572150" y="1198952"/>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17"/>
          <p:cNvSpPr/>
          <p:nvPr/>
        </p:nvSpPr>
        <p:spPr>
          <a:xfrm>
            <a:off x="4572050" y="1198952"/>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96" name="Google Shape;296;p17"/>
          <p:cNvGrpSpPr/>
          <p:nvPr/>
        </p:nvGrpSpPr>
        <p:grpSpPr>
          <a:xfrm>
            <a:off x="4572150" y="1182002"/>
            <a:ext cx="2768206" cy="235500"/>
            <a:chOff x="894600" y="1165100"/>
            <a:chExt cx="2768206" cy="235500"/>
          </a:xfrm>
        </p:grpSpPr>
        <p:sp>
          <p:nvSpPr>
            <p:cNvPr id="297" name="Google Shape;297;p17"/>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98" name="Google Shape;298;p17"/>
            <p:cNvGrpSpPr/>
            <p:nvPr/>
          </p:nvGrpSpPr>
          <p:grpSpPr>
            <a:xfrm>
              <a:off x="894600" y="1165100"/>
              <a:ext cx="2768206" cy="235500"/>
              <a:chOff x="894600" y="1165100"/>
              <a:chExt cx="2768206" cy="235500"/>
            </a:xfrm>
          </p:grpSpPr>
          <p:sp>
            <p:nvSpPr>
              <p:cNvPr id="299" name="Google Shape;299;p17"/>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300" name="Google Shape;300;p17"/>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301" name="Google Shape;301;p17"/>
          <p:cNvSpPr/>
          <p:nvPr/>
        </p:nvSpPr>
        <p:spPr>
          <a:xfrm>
            <a:off x="4572000" y="1435252"/>
            <a:ext cx="4063800" cy="3492600"/>
          </a:xfrm>
          <a:prstGeom prst="roundRect">
            <a:avLst>
              <a:gd fmla="val 0" name="adj"/>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120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Linux is simple!​</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Mainstream distros (e.g., Fedora or Ubuntu) are very user-friendly.​</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Easy to install &amp; setup​</a:t>
            </a:r>
            <a:endParaRPr sz="1800">
              <a:solidFill>
                <a:srgbClr val="F3F3F3"/>
              </a:solidFill>
              <a:latin typeface="Consolas"/>
              <a:ea typeface="Consolas"/>
              <a:cs typeface="Consolas"/>
              <a:sym typeface="Consolas"/>
            </a:endParaRPr>
          </a:p>
          <a:p>
            <a:pPr indent="-342900" lvl="0" marL="4572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Linux can run on almost any hardware!​</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Win11 and macOS have strict system requirements​</a:t>
            </a:r>
            <a:endParaRPr sz="1800">
              <a:solidFill>
                <a:srgbClr val="F3F3F3"/>
              </a:solidFill>
              <a:latin typeface="Consolas"/>
              <a:ea typeface="Consolas"/>
              <a:cs typeface="Consolas"/>
              <a:sym typeface="Consolas"/>
            </a:endParaRPr>
          </a:p>
        </p:txBody>
      </p:sp>
      <p:grpSp>
        <p:nvGrpSpPr>
          <p:cNvPr id="302" name="Google Shape;302;p17"/>
          <p:cNvGrpSpPr/>
          <p:nvPr/>
        </p:nvGrpSpPr>
        <p:grpSpPr>
          <a:xfrm>
            <a:off x="8040883" y="1086149"/>
            <a:ext cx="569648" cy="349096"/>
            <a:chOff x="8367425" y="992000"/>
            <a:chExt cx="605944" cy="371339"/>
          </a:xfrm>
        </p:grpSpPr>
        <p:sp>
          <p:nvSpPr>
            <p:cNvPr id="303" name="Google Shape;303;p17"/>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304" name="Google Shape;304;p17"/>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305" name="Google Shape;305;p17"/>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306" name="Google Shape;306;p17"/>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307" name="Google Shape;307;p17"/>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308" name="Google Shape;308;p17"/>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309" name="Google Shape;309;p17"/>
          <p:cNvSpPr/>
          <p:nvPr/>
        </p:nvSpPr>
        <p:spPr>
          <a:xfrm>
            <a:off x="521675"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0" name="Google Shape;310;p17"/>
          <p:cNvSpPr/>
          <p:nvPr/>
        </p:nvSpPr>
        <p:spPr>
          <a:xfrm>
            <a:off x="521675"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17"/>
          <p:cNvSpPr/>
          <p:nvPr/>
        </p:nvSpPr>
        <p:spPr>
          <a:xfrm>
            <a:off x="521675"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17"/>
          <p:cNvSpPr/>
          <p:nvPr/>
        </p:nvSpPr>
        <p:spPr>
          <a:xfrm>
            <a:off x="521671"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17"/>
          <p:cNvSpPr txBox="1"/>
          <p:nvPr/>
        </p:nvSpPr>
        <p:spPr>
          <a:xfrm>
            <a:off x="521600"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314" name="Google Shape;314;p17"/>
          <p:cNvPicPr preferRelativeResize="0"/>
          <p:nvPr/>
        </p:nvPicPr>
        <p:blipFill>
          <a:blip r:embed="rId4">
            <a:alphaModFix/>
          </a:blip>
          <a:stretch>
            <a:fillRect/>
          </a:stretch>
        </p:blipFill>
        <p:spPr>
          <a:xfrm>
            <a:off x="547900" y="1548273"/>
            <a:ext cx="450650" cy="2295025"/>
          </a:xfrm>
          <a:prstGeom prst="rect">
            <a:avLst/>
          </a:prstGeom>
          <a:noFill/>
          <a:ln>
            <a:noFill/>
          </a:ln>
        </p:spPr>
      </p:pic>
      <p:sp>
        <p:nvSpPr>
          <p:cNvPr id="315" name="Google Shape;315;p17"/>
          <p:cNvSpPr/>
          <p:nvPr/>
        </p:nvSpPr>
        <p:spPr>
          <a:xfrm>
            <a:off x="641100"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17"/>
          <p:cNvSpPr/>
          <p:nvPr/>
        </p:nvSpPr>
        <p:spPr>
          <a:xfrm>
            <a:off x="939800"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17"/>
          <p:cNvSpPr/>
          <p:nvPr/>
        </p:nvSpPr>
        <p:spPr>
          <a:xfrm>
            <a:off x="939800"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17"/>
          <p:cNvSpPr/>
          <p:nvPr/>
        </p:nvSpPr>
        <p:spPr>
          <a:xfrm>
            <a:off x="1089700"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17"/>
          <p:cNvSpPr/>
          <p:nvPr/>
        </p:nvSpPr>
        <p:spPr>
          <a:xfrm>
            <a:off x="1089700"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p17"/>
          <p:cNvSpPr/>
          <p:nvPr/>
        </p:nvSpPr>
        <p:spPr>
          <a:xfrm>
            <a:off x="1231600"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17"/>
          <p:cNvSpPr/>
          <p:nvPr/>
        </p:nvSpPr>
        <p:spPr>
          <a:xfrm>
            <a:off x="1231600"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17"/>
          <p:cNvSpPr/>
          <p:nvPr/>
        </p:nvSpPr>
        <p:spPr>
          <a:xfrm>
            <a:off x="1381500"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3" name="Google Shape;323;p17"/>
          <p:cNvSpPr/>
          <p:nvPr/>
        </p:nvSpPr>
        <p:spPr>
          <a:xfrm>
            <a:off x="1381500"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17"/>
          <p:cNvSpPr/>
          <p:nvPr/>
        </p:nvSpPr>
        <p:spPr>
          <a:xfrm>
            <a:off x="1531400"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5" name="Google Shape;325;p17"/>
          <p:cNvSpPr/>
          <p:nvPr/>
        </p:nvSpPr>
        <p:spPr>
          <a:xfrm>
            <a:off x="1531400"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6" name="Google Shape;326;p17"/>
          <p:cNvSpPr/>
          <p:nvPr/>
        </p:nvSpPr>
        <p:spPr>
          <a:xfrm>
            <a:off x="1681300"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7" name="Google Shape;327;p17"/>
          <p:cNvSpPr/>
          <p:nvPr/>
        </p:nvSpPr>
        <p:spPr>
          <a:xfrm>
            <a:off x="1681300"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8" name="Google Shape;328;p17"/>
          <p:cNvSpPr/>
          <p:nvPr/>
        </p:nvSpPr>
        <p:spPr>
          <a:xfrm>
            <a:off x="1823200"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17"/>
          <p:cNvSpPr/>
          <p:nvPr/>
        </p:nvSpPr>
        <p:spPr>
          <a:xfrm>
            <a:off x="1823200"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17"/>
          <p:cNvSpPr/>
          <p:nvPr/>
        </p:nvSpPr>
        <p:spPr>
          <a:xfrm>
            <a:off x="1973100"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1" name="Google Shape;331;p17"/>
          <p:cNvSpPr/>
          <p:nvPr/>
        </p:nvSpPr>
        <p:spPr>
          <a:xfrm>
            <a:off x="1973100"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17"/>
          <p:cNvSpPr/>
          <p:nvPr/>
        </p:nvSpPr>
        <p:spPr>
          <a:xfrm>
            <a:off x="2123000"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17"/>
          <p:cNvSpPr/>
          <p:nvPr/>
        </p:nvSpPr>
        <p:spPr>
          <a:xfrm>
            <a:off x="2123000"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p17"/>
          <p:cNvSpPr/>
          <p:nvPr/>
        </p:nvSpPr>
        <p:spPr>
          <a:xfrm>
            <a:off x="2272900"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17"/>
          <p:cNvSpPr/>
          <p:nvPr/>
        </p:nvSpPr>
        <p:spPr>
          <a:xfrm>
            <a:off x="2272900"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17"/>
          <p:cNvSpPr/>
          <p:nvPr/>
        </p:nvSpPr>
        <p:spPr>
          <a:xfrm>
            <a:off x="2422800"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17"/>
          <p:cNvSpPr/>
          <p:nvPr/>
        </p:nvSpPr>
        <p:spPr>
          <a:xfrm>
            <a:off x="2422800"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17"/>
          <p:cNvSpPr/>
          <p:nvPr/>
        </p:nvSpPr>
        <p:spPr>
          <a:xfrm>
            <a:off x="2572700"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17"/>
          <p:cNvSpPr/>
          <p:nvPr/>
        </p:nvSpPr>
        <p:spPr>
          <a:xfrm>
            <a:off x="2572700"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17"/>
          <p:cNvSpPr/>
          <p:nvPr/>
        </p:nvSpPr>
        <p:spPr>
          <a:xfrm>
            <a:off x="2714600"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1" name="Google Shape;341;p17"/>
          <p:cNvSpPr/>
          <p:nvPr/>
        </p:nvSpPr>
        <p:spPr>
          <a:xfrm>
            <a:off x="2714600"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17"/>
          <p:cNvSpPr/>
          <p:nvPr/>
        </p:nvSpPr>
        <p:spPr>
          <a:xfrm>
            <a:off x="2864500"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3" name="Google Shape;343;p17"/>
          <p:cNvSpPr/>
          <p:nvPr/>
        </p:nvSpPr>
        <p:spPr>
          <a:xfrm>
            <a:off x="2864500"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17"/>
          <p:cNvSpPr/>
          <p:nvPr/>
        </p:nvSpPr>
        <p:spPr>
          <a:xfrm>
            <a:off x="754611"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17"/>
          <p:cNvSpPr/>
          <p:nvPr/>
        </p:nvSpPr>
        <p:spPr>
          <a:xfrm>
            <a:off x="694686"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17"/>
          <p:cNvSpPr/>
          <p:nvPr/>
        </p:nvSpPr>
        <p:spPr>
          <a:xfrm>
            <a:off x="521600" y="4720025"/>
            <a:ext cx="3827400" cy="1713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17"/>
          <p:cNvSpPr/>
          <p:nvPr/>
        </p:nvSpPr>
        <p:spPr>
          <a:xfrm>
            <a:off x="521675" y="1195025"/>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17"/>
          <p:cNvSpPr txBox="1"/>
          <p:nvPr/>
        </p:nvSpPr>
        <p:spPr>
          <a:xfrm>
            <a:off x="519000" y="4733825"/>
            <a:ext cx="3827400" cy="143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700">
                <a:solidFill>
                  <a:schemeClr val="accent2"/>
                </a:solidFill>
                <a:latin typeface="Tahoma"/>
                <a:ea typeface="Tahoma"/>
                <a:cs typeface="Tahoma"/>
                <a:sym typeface="Tahoma"/>
              </a:rPr>
              <a:t>For Help, click Help Topics on the Help Menu.		Sourced from system76.com</a:t>
            </a:r>
            <a:endParaRPr sz="700">
              <a:solidFill>
                <a:schemeClr val="accent2"/>
              </a:solidFill>
              <a:latin typeface="Tahoma"/>
              <a:ea typeface="Tahoma"/>
              <a:cs typeface="Tahoma"/>
              <a:sym typeface="Tahoma"/>
            </a:endParaRPr>
          </a:p>
        </p:txBody>
      </p:sp>
      <p:sp>
        <p:nvSpPr>
          <p:cNvPr id="349" name="Google Shape;349;p17"/>
          <p:cNvSpPr/>
          <p:nvPr/>
        </p:nvSpPr>
        <p:spPr>
          <a:xfrm>
            <a:off x="1024775"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17"/>
          <p:cNvSpPr txBox="1"/>
          <p:nvPr/>
        </p:nvSpPr>
        <p:spPr>
          <a:xfrm>
            <a:off x="508300"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sp>
        <p:nvSpPr>
          <p:cNvPr id="351" name="Google Shape;351;p17"/>
          <p:cNvSpPr txBox="1"/>
          <p:nvPr/>
        </p:nvSpPr>
        <p:spPr>
          <a:xfrm>
            <a:off x="1587425" y="2316638"/>
            <a:ext cx="2182800" cy="129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F3F3F3"/>
                </a:solidFill>
                <a:latin typeface="Tahoma"/>
                <a:ea typeface="Tahoma"/>
                <a:cs typeface="Tahoma"/>
                <a:sym typeface="Tahoma"/>
              </a:rPr>
              <a:t>Image Goes Here</a:t>
            </a:r>
            <a:endParaRPr sz="3200">
              <a:solidFill>
                <a:srgbClr val="F3F3F3"/>
              </a:solidFill>
              <a:latin typeface="Tahoma"/>
              <a:ea typeface="Tahoma"/>
              <a:cs typeface="Tahoma"/>
              <a:sym typeface="Tahoma"/>
            </a:endParaRPr>
          </a:p>
        </p:txBody>
      </p:sp>
      <p:grpSp>
        <p:nvGrpSpPr>
          <p:cNvPr id="352" name="Google Shape;352;p17"/>
          <p:cNvGrpSpPr/>
          <p:nvPr/>
        </p:nvGrpSpPr>
        <p:grpSpPr>
          <a:xfrm>
            <a:off x="3639616" y="1055825"/>
            <a:ext cx="745600" cy="385788"/>
            <a:chOff x="7518850" y="258820"/>
            <a:chExt cx="745600" cy="385788"/>
          </a:xfrm>
        </p:grpSpPr>
        <p:sp>
          <p:nvSpPr>
            <p:cNvPr id="353" name="Google Shape;353;p17"/>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7"/>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p17"/>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17"/>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357" name="Google Shape;357;p17"/>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8" name="Google Shape;358;p17"/>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pic>
        <p:nvPicPr>
          <p:cNvPr descr="Bonobo WS laptop on a gamers desk playing a high-performance game" id="359" name="Google Shape;359;p17"/>
          <p:cNvPicPr preferRelativeResize="0"/>
          <p:nvPr/>
        </p:nvPicPr>
        <p:blipFill>
          <a:blip r:embed="rId5">
            <a:alphaModFix/>
          </a:blip>
          <a:stretch>
            <a:fillRect/>
          </a:stretch>
        </p:blipFill>
        <p:spPr>
          <a:xfrm>
            <a:off x="1049813" y="1856887"/>
            <a:ext cx="3258025" cy="2101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3" name="Shape 363"/>
        <p:cNvGrpSpPr/>
        <p:nvPr/>
      </p:nvGrpSpPr>
      <p:grpSpPr>
        <a:xfrm>
          <a:off x="0" y="0"/>
          <a:ext cx="0" cy="0"/>
          <a:chOff x="0" y="0"/>
          <a:chExt cx="0" cy="0"/>
        </a:xfrm>
      </p:grpSpPr>
      <p:sp>
        <p:nvSpPr>
          <p:cNvPr id="364" name="Google Shape;364;p18"/>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5" name="Google Shape;365;p18"/>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66" name="Google Shape;366;p18"/>
          <p:cNvGrpSpPr/>
          <p:nvPr/>
        </p:nvGrpSpPr>
        <p:grpSpPr>
          <a:xfrm>
            <a:off x="7890091" y="9500"/>
            <a:ext cx="745600" cy="385788"/>
            <a:chOff x="7518850" y="258820"/>
            <a:chExt cx="745600" cy="385788"/>
          </a:xfrm>
        </p:grpSpPr>
        <p:sp>
          <p:nvSpPr>
            <p:cNvPr id="367" name="Google Shape;367;p18"/>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18"/>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18"/>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371" name="Google Shape;371;p18"/>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18"/>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373" name="Google Shape;373;p18"/>
          <p:cNvSpPr/>
          <p:nvPr/>
        </p:nvSpPr>
        <p:spPr>
          <a:xfrm>
            <a:off x="4572150" y="1198952"/>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18"/>
          <p:cNvSpPr/>
          <p:nvPr/>
        </p:nvSpPr>
        <p:spPr>
          <a:xfrm>
            <a:off x="4572050" y="1198952"/>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75" name="Google Shape;375;p18"/>
          <p:cNvGrpSpPr/>
          <p:nvPr/>
        </p:nvGrpSpPr>
        <p:grpSpPr>
          <a:xfrm>
            <a:off x="4572150" y="1182002"/>
            <a:ext cx="2768206" cy="235500"/>
            <a:chOff x="894600" y="1165100"/>
            <a:chExt cx="2768206" cy="235500"/>
          </a:xfrm>
        </p:grpSpPr>
        <p:sp>
          <p:nvSpPr>
            <p:cNvPr id="376" name="Google Shape;376;p18"/>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77" name="Google Shape;377;p18"/>
            <p:cNvGrpSpPr/>
            <p:nvPr/>
          </p:nvGrpSpPr>
          <p:grpSpPr>
            <a:xfrm>
              <a:off x="894600" y="1165100"/>
              <a:ext cx="2768206" cy="235500"/>
              <a:chOff x="894600" y="1165100"/>
              <a:chExt cx="2768206" cy="235500"/>
            </a:xfrm>
          </p:grpSpPr>
          <p:sp>
            <p:nvSpPr>
              <p:cNvPr id="378" name="Google Shape;378;p18"/>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379" name="Google Shape;379;p18"/>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380" name="Google Shape;380;p18"/>
          <p:cNvSpPr/>
          <p:nvPr/>
        </p:nvSpPr>
        <p:spPr>
          <a:xfrm>
            <a:off x="4572000" y="1435252"/>
            <a:ext cx="4063800" cy="3492600"/>
          </a:xfrm>
          <a:prstGeom prst="roundRect">
            <a:avLst>
              <a:gd fmla="val 0" name="adj"/>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120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Linux facts:​</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All the TOP500 supercomputers use the Linux kernel​</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The March 2026 Steam Hardware &amp; Software Survey found that 5.33% of respondents use Linux. That is more than double macOS (2.35%).​</a:t>
            </a:r>
            <a:endParaRPr sz="1800">
              <a:solidFill>
                <a:srgbClr val="F3F3F3"/>
              </a:solidFill>
              <a:latin typeface="Consolas"/>
              <a:ea typeface="Consolas"/>
              <a:cs typeface="Consolas"/>
              <a:sym typeface="Consolas"/>
            </a:endParaRPr>
          </a:p>
        </p:txBody>
      </p:sp>
      <p:grpSp>
        <p:nvGrpSpPr>
          <p:cNvPr id="381" name="Google Shape;381;p18"/>
          <p:cNvGrpSpPr/>
          <p:nvPr/>
        </p:nvGrpSpPr>
        <p:grpSpPr>
          <a:xfrm>
            <a:off x="8040883" y="1086149"/>
            <a:ext cx="569648" cy="349096"/>
            <a:chOff x="8367425" y="992000"/>
            <a:chExt cx="605944" cy="371339"/>
          </a:xfrm>
        </p:grpSpPr>
        <p:sp>
          <p:nvSpPr>
            <p:cNvPr id="382" name="Google Shape;382;p18"/>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383" name="Google Shape;383;p18"/>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384" name="Google Shape;384;p18"/>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385" name="Google Shape;385;p18"/>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386" name="Google Shape;386;p18"/>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387" name="Google Shape;387;p18"/>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388" name="Google Shape;388;p18"/>
          <p:cNvSpPr/>
          <p:nvPr/>
        </p:nvSpPr>
        <p:spPr>
          <a:xfrm>
            <a:off x="508450" y="1198952"/>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18"/>
          <p:cNvSpPr/>
          <p:nvPr/>
        </p:nvSpPr>
        <p:spPr>
          <a:xfrm>
            <a:off x="508350" y="1198952"/>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90" name="Google Shape;390;p18"/>
          <p:cNvGrpSpPr/>
          <p:nvPr/>
        </p:nvGrpSpPr>
        <p:grpSpPr>
          <a:xfrm>
            <a:off x="508450" y="1182002"/>
            <a:ext cx="2768206" cy="235500"/>
            <a:chOff x="894600" y="1165100"/>
            <a:chExt cx="2768206" cy="235500"/>
          </a:xfrm>
        </p:grpSpPr>
        <p:sp>
          <p:nvSpPr>
            <p:cNvPr id="391" name="Google Shape;391;p18"/>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92" name="Google Shape;392;p18"/>
            <p:cNvGrpSpPr/>
            <p:nvPr/>
          </p:nvGrpSpPr>
          <p:grpSpPr>
            <a:xfrm>
              <a:off x="894600" y="1165100"/>
              <a:ext cx="2768206" cy="235500"/>
              <a:chOff x="894600" y="1165100"/>
              <a:chExt cx="2768206" cy="235500"/>
            </a:xfrm>
          </p:grpSpPr>
          <p:sp>
            <p:nvSpPr>
              <p:cNvPr id="393" name="Google Shape;393;p18"/>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394" name="Google Shape;394;p18"/>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395" name="Google Shape;395;p18"/>
          <p:cNvSpPr/>
          <p:nvPr/>
        </p:nvSpPr>
        <p:spPr>
          <a:xfrm>
            <a:off x="508300" y="1435252"/>
            <a:ext cx="4063800" cy="3492600"/>
          </a:xfrm>
          <a:prstGeom prst="roundRect">
            <a:avLst>
              <a:gd fmla="val 0" name="adj"/>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120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Linux is Customizable!​</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Customize aspects of your desktop environment, such as your app launcher, file manager, taskbar, etc.​</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Create themes for your applications​</a:t>
            </a:r>
            <a:endParaRPr sz="1800">
              <a:solidFill>
                <a:srgbClr val="F3F3F3"/>
              </a:solidFill>
              <a:latin typeface="Consolas"/>
              <a:ea typeface="Consolas"/>
              <a:cs typeface="Consolas"/>
              <a:sym typeface="Consolas"/>
            </a:endParaRPr>
          </a:p>
          <a:p>
            <a:pPr indent="0" lvl="0" marL="0" rtl="0" algn="l">
              <a:spcBef>
                <a:spcPts val="1200"/>
              </a:spcBef>
              <a:spcAft>
                <a:spcPts val="0"/>
              </a:spcAft>
              <a:buNone/>
            </a:pPr>
            <a:r>
              <a:t/>
            </a:r>
            <a:endParaRPr sz="1800">
              <a:solidFill>
                <a:srgbClr val="F3F3F3"/>
              </a:solidFill>
              <a:latin typeface="Consolas"/>
              <a:ea typeface="Consolas"/>
              <a:cs typeface="Consolas"/>
              <a:sym typeface="Consolas"/>
            </a:endParaRPr>
          </a:p>
        </p:txBody>
      </p:sp>
      <p:grpSp>
        <p:nvGrpSpPr>
          <p:cNvPr id="396" name="Google Shape;396;p18"/>
          <p:cNvGrpSpPr/>
          <p:nvPr/>
        </p:nvGrpSpPr>
        <p:grpSpPr>
          <a:xfrm>
            <a:off x="3977183" y="1086149"/>
            <a:ext cx="569648" cy="349096"/>
            <a:chOff x="8367425" y="992000"/>
            <a:chExt cx="605944" cy="371339"/>
          </a:xfrm>
        </p:grpSpPr>
        <p:sp>
          <p:nvSpPr>
            <p:cNvPr id="397" name="Google Shape;397;p18"/>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398" name="Google Shape;398;p18"/>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399" name="Google Shape;399;p18"/>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400" name="Google Shape;400;p18"/>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401" name="Google Shape;401;p18"/>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402" name="Google Shape;402;p18"/>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403" name="Google Shape;403;p18"/>
          <p:cNvSpPr/>
          <p:nvPr/>
        </p:nvSpPr>
        <p:spPr>
          <a:xfrm>
            <a:off x="787351" y="355400"/>
            <a:ext cx="75693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Why should YOU use Linux? III​</a:t>
            </a:r>
            <a:endParaRPr b="1" sz="3600">
              <a:solidFill>
                <a:srgbClr val="262626"/>
              </a:solidFill>
              <a:latin typeface="Tahoma"/>
              <a:ea typeface="Tahoma"/>
              <a:cs typeface="Tahoma"/>
              <a:sym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7" name="Shape 407"/>
        <p:cNvGrpSpPr/>
        <p:nvPr/>
      </p:nvGrpSpPr>
      <p:grpSpPr>
        <a:xfrm>
          <a:off x="0" y="0"/>
          <a:ext cx="0" cy="0"/>
          <a:chOff x="0" y="0"/>
          <a:chExt cx="0" cy="0"/>
        </a:xfrm>
      </p:grpSpPr>
      <p:sp>
        <p:nvSpPr>
          <p:cNvPr id="408" name="Google Shape;408;p19"/>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19"/>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10" name="Google Shape;410;p19"/>
          <p:cNvGrpSpPr/>
          <p:nvPr/>
        </p:nvGrpSpPr>
        <p:grpSpPr>
          <a:xfrm>
            <a:off x="8001078" y="1069247"/>
            <a:ext cx="569648" cy="349096"/>
            <a:chOff x="8367425" y="992000"/>
            <a:chExt cx="605944" cy="371339"/>
          </a:xfrm>
        </p:grpSpPr>
        <p:sp>
          <p:nvSpPr>
            <p:cNvPr id="411" name="Google Shape;411;p19"/>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412" name="Google Shape;412;p19"/>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413" name="Google Shape;413;p19"/>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414" name="Google Shape;414;p19"/>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415" name="Google Shape;415;p19"/>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416" name="Google Shape;416;p19"/>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417" name="Google Shape;417;p19"/>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418" name="Google Shape;418;p19"/>
          <p:cNvGrpSpPr/>
          <p:nvPr/>
        </p:nvGrpSpPr>
        <p:grpSpPr>
          <a:xfrm>
            <a:off x="508338" y="1169600"/>
            <a:ext cx="325800" cy="226500"/>
            <a:chOff x="1280775" y="1182975"/>
            <a:chExt cx="325800" cy="226500"/>
          </a:xfrm>
        </p:grpSpPr>
        <p:sp>
          <p:nvSpPr>
            <p:cNvPr id="419" name="Google Shape;419;p19"/>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19"/>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421" name="Google Shape;421;p19"/>
          <p:cNvSpPr/>
          <p:nvPr/>
        </p:nvSpPr>
        <p:spPr>
          <a:xfrm>
            <a:off x="508338" y="1418350"/>
            <a:ext cx="8091000" cy="34926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1600">
                <a:solidFill>
                  <a:srgbClr val="F3F3F3"/>
                </a:solidFill>
                <a:latin typeface="Consolas"/>
                <a:ea typeface="Consolas"/>
                <a:cs typeface="Consolas"/>
                <a:sym typeface="Consolas"/>
              </a:rPr>
              <a:t>Consider these factors when choosing what Distro is right for you</a:t>
            </a:r>
            <a:r>
              <a:rPr lang="en" sz="1600">
                <a:solidFill>
                  <a:srgbClr val="F3F3F3"/>
                </a:solidFill>
                <a:latin typeface="Consolas"/>
                <a:ea typeface="Consolas"/>
                <a:cs typeface="Consolas"/>
                <a:sym typeface="Consolas"/>
              </a:rPr>
              <a:t>:</a:t>
            </a:r>
            <a:endParaRPr sz="1600">
              <a:solidFill>
                <a:srgbClr val="F3F3F3"/>
              </a:solidFill>
              <a:latin typeface="Consolas"/>
              <a:ea typeface="Consolas"/>
              <a:cs typeface="Consolas"/>
              <a:sym typeface="Consolas"/>
            </a:endParaRPr>
          </a:p>
          <a:p>
            <a:pPr indent="-330200" lvl="0" marL="939800" rtl="0" algn="l">
              <a:lnSpc>
                <a:spcPct val="115000"/>
              </a:lnSpc>
              <a:spcBef>
                <a:spcPts val="1200"/>
              </a:spcBef>
              <a:spcAft>
                <a:spcPts val="0"/>
              </a:spcAft>
              <a:buClr>
                <a:srgbClr val="F3F3F3"/>
              </a:buClr>
              <a:buSzPts val="1600"/>
              <a:buFont typeface="Consolas"/>
              <a:buAutoNum type="arabicPeriod"/>
            </a:pPr>
            <a:r>
              <a:rPr lang="en" sz="1600">
                <a:solidFill>
                  <a:srgbClr val="F3F3F3"/>
                </a:solidFill>
                <a:latin typeface="Consolas"/>
                <a:ea typeface="Consolas"/>
                <a:cs typeface="Consolas"/>
                <a:sym typeface="Consolas"/>
              </a:rPr>
              <a:t>Ease of use​</a:t>
            </a:r>
            <a:endParaRPr sz="1600">
              <a:solidFill>
                <a:srgbClr val="F3F3F3"/>
              </a:solidFill>
              <a:latin typeface="Consolas"/>
              <a:ea typeface="Consolas"/>
              <a:cs typeface="Consolas"/>
              <a:sym typeface="Consolas"/>
            </a:endParaRPr>
          </a:p>
          <a:p>
            <a:pPr indent="-330200" lvl="0" marL="939800" rtl="0" algn="l">
              <a:lnSpc>
                <a:spcPct val="115000"/>
              </a:lnSpc>
              <a:spcBef>
                <a:spcPts val="0"/>
              </a:spcBef>
              <a:spcAft>
                <a:spcPts val="0"/>
              </a:spcAft>
              <a:buClr>
                <a:srgbClr val="F3F3F3"/>
              </a:buClr>
              <a:buSzPts val="1600"/>
              <a:buFont typeface="Consolas"/>
              <a:buAutoNum type="arabicPeriod"/>
            </a:pPr>
            <a:r>
              <a:rPr lang="en" sz="1600">
                <a:solidFill>
                  <a:srgbClr val="F3F3F3"/>
                </a:solidFill>
                <a:latin typeface="Consolas"/>
                <a:ea typeface="Consolas"/>
                <a:cs typeface="Consolas"/>
                <a:sym typeface="Consolas"/>
              </a:rPr>
              <a:t>Purpose​</a:t>
            </a:r>
            <a:endParaRPr sz="1600">
              <a:solidFill>
                <a:srgbClr val="F3F3F3"/>
              </a:solidFill>
              <a:latin typeface="Consolas"/>
              <a:ea typeface="Consolas"/>
              <a:cs typeface="Consolas"/>
              <a:sym typeface="Consolas"/>
            </a:endParaRPr>
          </a:p>
          <a:p>
            <a:pPr indent="-330200" lvl="0" marL="13843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Desktop, Embedded, Gaming, Security, Server, etc.​</a:t>
            </a:r>
            <a:endParaRPr sz="1600">
              <a:solidFill>
                <a:srgbClr val="F3F3F3"/>
              </a:solidFill>
              <a:latin typeface="Consolas"/>
              <a:ea typeface="Consolas"/>
              <a:cs typeface="Consolas"/>
              <a:sym typeface="Consolas"/>
            </a:endParaRPr>
          </a:p>
          <a:p>
            <a:pPr indent="-330200" lvl="0" marL="939800" rtl="0" algn="l">
              <a:lnSpc>
                <a:spcPct val="115000"/>
              </a:lnSpc>
              <a:spcBef>
                <a:spcPts val="0"/>
              </a:spcBef>
              <a:spcAft>
                <a:spcPts val="0"/>
              </a:spcAft>
              <a:buClr>
                <a:srgbClr val="F3F3F3"/>
              </a:buClr>
              <a:buSzPts val="1600"/>
              <a:buFont typeface="Consolas"/>
              <a:buAutoNum type="arabicPeriod" startAt="3"/>
            </a:pPr>
            <a:r>
              <a:rPr lang="en" sz="1600">
                <a:solidFill>
                  <a:srgbClr val="F3F3F3"/>
                </a:solidFill>
                <a:latin typeface="Consolas"/>
                <a:ea typeface="Consolas"/>
                <a:cs typeface="Consolas"/>
                <a:sym typeface="Consolas"/>
              </a:rPr>
              <a:t>Hardware Support​</a:t>
            </a:r>
            <a:endParaRPr sz="1600">
              <a:solidFill>
                <a:srgbClr val="F3F3F3"/>
              </a:solidFill>
              <a:latin typeface="Consolas"/>
              <a:ea typeface="Consolas"/>
              <a:cs typeface="Consolas"/>
              <a:sym typeface="Consolas"/>
            </a:endParaRPr>
          </a:p>
          <a:p>
            <a:pPr indent="-330200" lvl="0" marL="13843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Newer kernels support newer hardware​</a:t>
            </a:r>
            <a:endParaRPr sz="1600">
              <a:solidFill>
                <a:srgbClr val="F3F3F3"/>
              </a:solidFill>
              <a:latin typeface="Consolas"/>
              <a:ea typeface="Consolas"/>
              <a:cs typeface="Consolas"/>
              <a:sym typeface="Consolas"/>
            </a:endParaRPr>
          </a:p>
          <a:p>
            <a:pPr indent="-330200" lvl="0" marL="13843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Distros may be optimized for older devices​</a:t>
            </a:r>
            <a:endParaRPr sz="1600">
              <a:solidFill>
                <a:srgbClr val="F3F3F3"/>
              </a:solidFill>
              <a:latin typeface="Consolas"/>
              <a:ea typeface="Consolas"/>
              <a:cs typeface="Consolas"/>
              <a:sym typeface="Consolas"/>
            </a:endParaRPr>
          </a:p>
          <a:p>
            <a:pPr indent="-330200" lvl="0" marL="939800" rtl="0" algn="l">
              <a:lnSpc>
                <a:spcPct val="115000"/>
              </a:lnSpc>
              <a:spcBef>
                <a:spcPts val="0"/>
              </a:spcBef>
              <a:spcAft>
                <a:spcPts val="0"/>
              </a:spcAft>
              <a:buClr>
                <a:srgbClr val="F3F3F3"/>
              </a:buClr>
              <a:buSzPts val="1600"/>
              <a:buFont typeface="Consolas"/>
              <a:buAutoNum type="arabicPeriod" startAt="4"/>
            </a:pPr>
            <a:r>
              <a:rPr lang="en" sz="1600">
                <a:solidFill>
                  <a:srgbClr val="F3F3F3"/>
                </a:solidFill>
                <a:latin typeface="Consolas"/>
                <a:ea typeface="Consolas"/>
                <a:cs typeface="Consolas"/>
                <a:sym typeface="Consolas"/>
              </a:rPr>
              <a:t>Software Availability​</a:t>
            </a:r>
            <a:endParaRPr sz="1600">
              <a:solidFill>
                <a:srgbClr val="F3F3F3"/>
              </a:solidFill>
              <a:latin typeface="Consolas"/>
              <a:ea typeface="Consolas"/>
              <a:cs typeface="Consolas"/>
              <a:sym typeface="Consolas"/>
            </a:endParaRPr>
          </a:p>
          <a:p>
            <a:pPr indent="-330200" lvl="0" marL="13843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Distros are categorized as Stable or Bleeding Edge​</a:t>
            </a:r>
            <a:endParaRPr sz="1600">
              <a:solidFill>
                <a:srgbClr val="F3F3F3"/>
              </a:solidFill>
              <a:latin typeface="Consolas"/>
              <a:ea typeface="Consolas"/>
              <a:cs typeface="Consolas"/>
              <a:sym typeface="Consolas"/>
            </a:endParaRPr>
          </a:p>
          <a:p>
            <a:pPr indent="-330200" lvl="0" marL="1384300" rtl="0" algn="l">
              <a:lnSpc>
                <a:spcPct val="115000"/>
              </a:lnSpc>
              <a:spcBef>
                <a:spcPts val="0"/>
              </a:spcBef>
              <a:spcAft>
                <a:spcPts val="0"/>
              </a:spcAft>
              <a:buClr>
                <a:srgbClr val="F3F3F3"/>
              </a:buClr>
              <a:buSzPts val="1600"/>
              <a:buFont typeface="Consolas"/>
              <a:buChar char="●"/>
            </a:pPr>
            <a:r>
              <a:rPr lang="en" sz="1600">
                <a:solidFill>
                  <a:srgbClr val="F3F3F3"/>
                </a:solidFill>
                <a:latin typeface="Consolas"/>
                <a:ea typeface="Consolas"/>
                <a:cs typeface="Consolas"/>
                <a:sym typeface="Consolas"/>
              </a:rPr>
              <a:t>Proprietary software may not be packaged in all distros​</a:t>
            </a:r>
            <a:endParaRPr sz="1600">
              <a:solidFill>
                <a:srgbClr val="F3F3F3"/>
              </a:solidFill>
              <a:latin typeface="Consolas"/>
              <a:ea typeface="Consolas"/>
              <a:cs typeface="Consolas"/>
              <a:sym typeface="Consolas"/>
            </a:endParaRPr>
          </a:p>
          <a:p>
            <a:pPr indent="-330200" lvl="0" marL="939800" rtl="0" algn="l">
              <a:lnSpc>
                <a:spcPct val="115000"/>
              </a:lnSpc>
              <a:spcBef>
                <a:spcPts val="0"/>
              </a:spcBef>
              <a:spcAft>
                <a:spcPts val="0"/>
              </a:spcAft>
              <a:buClr>
                <a:srgbClr val="F3F3F3"/>
              </a:buClr>
              <a:buSzPts val="1600"/>
              <a:buFont typeface="Consolas"/>
              <a:buAutoNum type="arabicPeriod" startAt="5"/>
            </a:pPr>
            <a:r>
              <a:rPr lang="en" sz="1600">
                <a:solidFill>
                  <a:srgbClr val="F3F3F3"/>
                </a:solidFill>
                <a:latin typeface="Consolas"/>
                <a:ea typeface="Consolas"/>
                <a:cs typeface="Consolas"/>
                <a:sym typeface="Consolas"/>
              </a:rPr>
              <a:t>Community support​</a:t>
            </a:r>
            <a:endParaRPr sz="1600">
              <a:solidFill>
                <a:srgbClr val="F3F3F3"/>
              </a:solidFill>
              <a:latin typeface="Consolas"/>
              <a:ea typeface="Consolas"/>
              <a:cs typeface="Consolas"/>
              <a:sym typeface="Consolas"/>
            </a:endParaRPr>
          </a:p>
        </p:txBody>
      </p:sp>
      <p:sp>
        <p:nvSpPr>
          <p:cNvPr id="422" name="Google Shape;422;p19"/>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19"/>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24" name="Google Shape;424;p19"/>
          <p:cNvGrpSpPr/>
          <p:nvPr/>
        </p:nvGrpSpPr>
        <p:grpSpPr>
          <a:xfrm>
            <a:off x="7890091" y="9500"/>
            <a:ext cx="745600" cy="385788"/>
            <a:chOff x="7518850" y="258820"/>
            <a:chExt cx="745600" cy="385788"/>
          </a:xfrm>
        </p:grpSpPr>
        <p:sp>
          <p:nvSpPr>
            <p:cNvPr id="425" name="Google Shape;425;p19"/>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9"/>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7" name="Google Shape;427;p19"/>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8" name="Google Shape;428;p19"/>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429" name="Google Shape;429;p19"/>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0" name="Google Shape;430;p19"/>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431" name="Google Shape;431;p19"/>
          <p:cNvSpPr/>
          <p:nvPr/>
        </p:nvSpPr>
        <p:spPr>
          <a:xfrm>
            <a:off x="787351" y="355400"/>
            <a:ext cx="75693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Choosing a Distro</a:t>
            </a:r>
            <a:r>
              <a:rPr b="1" lang="en" sz="3600">
                <a:solidFill>
                  <a:srgbClr val="262626"/>
                </a:solidFill>
                <a:latin typeface="Tahoma"/>
                <a:ea typeface="Tahoma"/>
                <a:cs typeface="Tahoma"/>
                <a:sym typeface="Tahoma"/>
              </a:rPr>
              <a:t>​</a:t>
            </a:r>
            <a:endParaRPr b="1" sz="3600">
              <a:solidFill>
                <a:srgbClr val="262626"/>
              </a:solidFill>
              <a:latin typeface="Tahoma"/>
              <a:ea typeface="Tahoma"/>
              <a:cs typeface="Tahoma"/>
              <a:sym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5" name="Shape 435"/>
        <p:cNvGrpSpPr/>
        <p:nvPr/>
      </p:nvGrpSpPr>
      <p:grpSpPr>
        <a:xfrm>
          <a:off x="0" y="0"/>
          <a:ext cx="0" cy="0"/>
          <a:chOff x="0" y="0"/>
          <a:chExt cx="0" cy="0"/>
        </a:xfrm>
      </p:grpSpPr>
      <p:sp>
        <p:nvSpPr>
          <p:cNvPr id="436" name="Google Shape;436;p20"/>
          <p:cNvSpPr/>
          <p:nvPr/>
        </p:nvSpPr>
        <p:spPr>
          <a:xfrm>
            <a:off x="4735675"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 name="Google Shape;437;p20"/>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20"/>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39" name="Google Shape;439;p20"/>
          <p:cNvGrpSpPr/>
          <p:nvPr/>
        </p:nvGrpSpPr>
        <p:grpSpPr>
          <a:xfrm>
            <a:off x="7890091" y="9500"/>
            <a:ext cx="745600" cy="385788"/>
            <a:chOff x="7518850" y="258820"/>
            <a:chExt cx="745600" cy="385788"/>
          </a:xfrm>
        </p:grpSpPr>
        <p:sp>
          <p:nvSpPr>
            <p:cNvPr id="440" name="Google Shape;440;p20"/>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0"/>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20"/>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20"/>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444" name="Google Shape;444;p20"/>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20"/>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446" name="Google Shape;446;p20"/>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20"/>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48" name="Google Shape;448;p20"/>
          <p:cNvGrpSpPr/>
          <p:nvPr/>
        </p:nvGrpSpPr>
        <p:grpSpPr>
          <a:xfrm>
            <a:off x="508400" y="1165100"/>
            <a:ext cx="2768206" cy="235500"/>
            <a:chOff x="894600" y="1165100"/>
            <a:chExt cx="2768206" cy="235500"/>
          </a:xfrm>
        </p:grpSpPr>
        <p:sp>
          <p:nvSpPr>
            <p:cNvPr id="449" name="Google Shape;449;p20"/>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50" name="Google Shape;450;p20"/>
            <p:cNvGrpSpPr/>
            <p:nvPr/>
          </p:nvGrpSpPr>
          <p:grpSpPr>
            <a:xfrm>
              <a:off x="894600" y="1165100"/>
              <a:ext cx="2768206" cy="235500"/>
              <a:chOff x="894600" y="1165100"/>
              <a:chExt cx="2768206" cy="235500"/>
            </a:xfrm>
          </p:grpSpPr>
          <p:sp>
            <p:nvSpPr>
              <p:cNvPr id="451" name="Google Shape;451;p20"/>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452" name="Google Shape;452;p20"/>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453" name="Google Shape;453;p20"/>
          <p:cNvSpPr/>
          <p:nvPr/>
        </p:nvSpPr>
        <p:spPr>
          <a:xfrm>
            <a:off x="508250" y="1418350"/>
            <a:ext cx="4063800" cy="3492600"/>
          </a:xfrm>
          <a:prstGeom prst="roundRect">
            <a:avLst>
              <a:gd fmla="val 0" name="adj"/>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120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Distros such as...​</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Bazzite​</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elementary OS​</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FFF00"/>
              </a:buClr>
              <a:buSzPts val="1800"/>
              <a:buFont typeface="Consolas"/>
              <a:buChar char="○"/>
            </a:pPr>
            <a:r>
              <a:rPr lang="en" sz="1800">
                <a:solidFill>
                  <a:srgbClr val="FFFF00"/>
                </a:solidFill>
                <a:latin typeface="Consolas"/>
                <a:ea typeface="Consolas"/>
                <a:cs typeface="Consolas"/>
                <a:sym typeface="Consolas"/>
              </a:rPr>
              <a:t>Linux Mint​</a:t>
            </a:r>
            <a:endParaRPr sz="1800">
              <a:solidFill>
                <a:srgbClr val="FFFF00"/>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Zorin OS</a:t>
            </a:r>
            <a:endParaRPr sz="1800">
              <a:solidFill>
                <a:srgbClr val="F3F3F3"/>
              </a:solidFill>
              <a:latin typeface="Consolas"/>
              <a:ea typeface="Consolas"/>
              <a:cs typeface="Consolas"/>
              <a:sym typeface="Consolas"/>
            </a:endParaRPr>
          </a:p>
          <a:p>
            <a:pPr indent="-342900" lvl="0" marL="4572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Designed with user friendliness in mind​</a:t>
            </a:r>
            <a:endParaRPr sz="1800">
              <a:solidFill>
                <a:srgbClr val="F3F3F3"/>
              </a:solidFill>
              <a:latin typeface="Consolas"/>
              <a:ea typeface="Consolas"/>
              <a:cs typeface="Consolas"/>
              <a:sym typeface="Consolas"/>
            </a:endParaRPr>
          </a:p>
          <a:p>
            <a:pPr indent="-342900" lvl="0" marL="4572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Seamless transition from Windows or macOS​</a:t>
            </a:r>
            <a:endParaRPr sz="1800">
              <a:solidFill>
                <a:srgbClr val="F3F3F3"/>
              </a:solidFill>
              <a:latin typeface="Consolas"/>
              <a:ea typeface="Consolas"/>
              <a:cs typeface="Consolas"/>
              <a:sym typeface="Consolas"/>
            </a:endParaRPr>
          </a:p>
        </p:txBody>
      </p:sp>
      <p:grpSp>
        <p:nvGrpSpPr>
          <p:cNvPr id="454" name="Google Shape;454;p20"/>
          <p:cNvGrpSpPr/>
          <p:nvPr/>
        </p:nvGrpSpPr>
        <p:grpSpPr>
          <a:xfrm>
            <a:off x="3977133" y="1069247"/>
            <a:ext cx="569648" cy="349096"/>
            <a:chOff x="8367425" y="992000"/>
            <a:chExt cx="605944" cy="371339"/>
          </a:xfrm>
        </p:grpSpPr>
        <p:sp>
          <p:nvSpPr>
            <p:cNvPr id="455" name="Google Shape;455;p20"/>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456" name="Google Shape;456;p20"/>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457" name="Google Shape;457;p20"/>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458" name="Google Shape;458;p20"/>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459" name="Google Shape;459;p20"/>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460" name="Google Shape;460;p20"/>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461" name="Google Shape;461;p20"/>
          <p:cNvSpPr/>
          <p:nvPr/>
        </p:nvSpPr>
        <p:spPr>
          <a:xfrm>
            <a:off x="4735750"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20"/>
          <p:cNvSpPr/>
          <p:nvPr/>
        </p:nvSpPr>
        <p:spPr>
          <a:xfrm>
            <a:off x="4735750"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20"/>
          <p:cNvSpPr/>
          <p:nvPr/>
        </p:nvSpPr>
        <p:spPr>
          <a:xfrm>
            <a:off x="4735750"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4" name="Google Shape;464;p20"/>
          <p:cNvSpPr/>
          <p:nvPr/>
        </p:nvSpPr>
        <p:spPr>
          <a:xfrm>
            <a:off x="4735746"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5" name="Google Shape;465;p20"/>
          <p:cNvSpPr txBox="1"/>
          <p:nvPr/>
        </p:nvSpPr>
        <p:spPr>
          <a:xfrm>
            <a:off x="4735675"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466" name="Google Shape;466;p20"/>
          <p:cNvPicPr preferRelativeResize="0"/>
          <p:nvPr/>
        </p:nvPicPr>
        <p:blipFill>
          <a:blip r:embed="rId4">
            <a:alphaModFix/>
          </a:blip>
          <a:stretch>
            <a:fillRect/>
          </a:stretch>
        </p:blipFill>
        <p:spPr>
          <a:xfrm>
            <a:off x="4761975" y="1548273"/>
            <a:ext cx="450650" cy="2295025"/>
          </a:xfrm>
          <a:prstGeom prst="rect">
            <a:avLst/>
          </a:prstGeom>
          <a:noFill/>
          <a:ln>
            <a:noFill/>
          </a:ln>
        </p:spPr>
      </p:pic>
      <p:sp>
        <p:nvSpPr>
          <p:cNvPr id="467" name="Google Shape;467;p20"/>
          <p:cNvSpPr/>
          <p:nvPr/>
        </p:nvSpPr>
        <p:spPr>
          <a:xfrm>
            <a:off x="4855175"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8" name="Google Shape;468;p20"/>
          <p:cNvSpPr/>
          <p:nvPr/>
        </p:nvSpPr>
        <p:spPr>
          <a:xfrm>
            <a:off x="5153875"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 name="Google Shape;469;p20"/>
          <p:cNvSpPr/>
          <p:nvPr/>
        </p:nvSpPr>
        <p:spPr>
          <a:xfrm>
            <a:off x="5153875"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 name="Google Shape;470;p20"/>
          <p:cNvSpPr/>
          <p:nvPr/>
        </p:nvSpPr>
        <p:spPr>
          <a:xfrm>
            <a:off x="5303775"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 name="Google Shape;471;p20"/>
          <p:cNvSpPr/>
          <p:nvPr/>
        </p:nvSpPr>
        <p:spPr>
          <a:xfrm>
            <a:off x="5303775"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 name="Google Shape;472;p20"/>
          <p:cNvSpPr/>
          <p:nvPr/>
        </p:nvSpPr>
        <p:spPr>
          <a:xfrm>
            <a:off x="5445675"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p20"/>
          <p:cNvSpPr/>
          <p:nvPr/>
        </p:nvSpPr>
        <p:spPr>
          <a:xfrm>
            <a:off x="5445675"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20"/>
          <p:cNvSpPr/>
          <p:nvPr/>
        </p:nvSpPr>
        <p:spPr>
          <a:xfrm>
            <a:off x="5595575"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20"/>
          <p:cNvSpPr/>
          <p:nvPr/>
        </p:nvSpPr>
        <p:spPr>
          <a:xfrm>
            <a:off x="5595575"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20"/>
          <p:cNvSpPr/>
          <p:nvPr/>
        </p:nvSpPr>
        <p:spPr>
          <a:xfrm>
            <a:off x="5745475"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7" name="Google Shape;477;p20"/>
          <p:cNvSpPr/>
          <p:nvPr/>
        </p:nvSpPr>
        <p:spPr>
          <a:xfrm>
            <a:off x="5745475"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20"/>
          <p:cNvSpPr/>
          <p:nvPr/>
        </p:nvSpPr>
        <p:spPr>
          <a:xfrm>
            <a:off x="5895375"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20"/>
          <p:cNvSpPr/>
          <p:nvPr/>
        </p:nvSpPr>
        <p:spPr>
          <a:xfrm>
            <a:off x="5895375"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20"/>
          <p:cNvSpPr/>
          <p:nvPr/>
        </p:nvSpPr>
        <p:spPr>
          <a:xfrm>
            <a:off x="6037275"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20"/>
          <p:cNvSpPr/>
          <p:nvPr/>
        </p:nvSpPr>
        <p:spPr>
          <a:xfrm>
            <a:off x="60372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20"/>
          <p:cNvSpPr/>
          <p:nvPr/>
        </p:nvSpPr>
        <p:spPr>
          <a:xfrm>
            <a:off x="6187175"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20"/>
          <p:cNvSpPr/>
          <p:nvPr/>
        </p:nvSpPr>
        <p:spPr>
          <a:xfrm>
            <a:off x="6187175"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 name="Google Shape;484;p20"/>
          <p:cNvSpPr/>
          <p:nvPr/>
        </p:nvSpPr>
        <p:spPr>
          <a:xfrm>
            <a:off x="6337075"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20"/>
          <p:cNvSpPr/>
          <p:nvPr/>
        </p:nvSpPr>
        <p:spPr>
          <a:xfrm>
            <a:off x="6337075"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20"/>
          <p:cNvSpPr/>
          <p:nvPr/>
        </p:nvSpPr>
        <p:spPr>
          <a:xfrm>
            <a:off x="6486975"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 name="Google Shape;487;p20"/>
          <p:cNvSpPr/>
          <p:nvPr/>
        </p:nvSpPr>
        <p:spPr>
          <a:xfrm>
            <a:off x="6486975"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 name="Google Shape;488;p20"/>
          <p:cNvSpPr/>
          <p:nvPr/>
        </p:nvSpPr>
        <p:spPr>
          <a:xfrm>
            <a:off x="6636875"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9" name="Google Shape;489;p20"/>
          <p:cNvSpPr/>
          <p:nvPr/>
        </p:nvSpPr>
        <p:spPr>
          <a:xfrm>
            <a:off x="6636875"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0" name="Google Shape;490;p20"/>
          <p:cNvSpPr/>
          <p:nvPr/>
        </p:nvSpPr>
        <p:spPr>
          <a:xfrm>
            <a:off x="6786775"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1" name="Google Shape;491;p20"/>
          <p:cNvSpPr/>
          <p:nvPr/>
        </p:nvSpPr>
        <p:spPr>
          <a:xfrm>
            <a:off x="67867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2" name="Google Shape;492;p20"/>
          <p:cNvSpPr/>
          <p:nvPr/>
        </p:nvSpPr>
        <p:spPr>
          <a:xfrm>
            <a:off x="6928675"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20"/>
          <p:cNvSpPr/>
          <p:nvPr/>
        </p:nvSpPr>
        <p:spPr>
          <a:xfrm>
            <a:off x="6928675"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4" name="Google Shape;494;p20"/>
          <p:cNvSpPr/>
          <p:nvPr/>
        </p:nvSpPr>
        <p:spPr>
          <a:xfrm>
            <a:off x="7078575"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20"/>
          <p:cNvSpPr/>
          <p:nvPr/>
        </p:nvSpPr>
        <p:spPr>
          <a:xfrm>
            <a:off x="7078575"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20"/>
          <p:cNvSpPr/>
          <p:nvPr/>
        </p:nvSpPr>
        <p:spPr>
          <a:xfrm>
            <a:off x="4968686"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7" name="Google Shape;497;p20"/>
          <p:cNvSpPr/>
          <p:nvPr/>
        </p:nvSpPr>
        <p:spPr>
          <a:xfrm>
            <a:off x="4908761"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 name="Google Shape;498;p20"/>
          <p:cNvSpPr/>
          <p:nvPr/>
        </p:nvSpPr>
        <p:spPr>
          <a:xfrm>
            <a:off x="4735675" y="4720025"/>
            <a:ext cx="3827400" cy="1713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9" name="Google Shape;499;p20"/>
          <p:cNvSpPr/>
          <p:nvPr/>
        </p:nvSpPr>
        <p:spPr>
          <a:xfrm>
            <a:off x="4735750" y="1195025"/>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 name="Google Shape;500;p20"/>
          <p:cNvSpPr txBox="1"/>
          <p:nvPr/>
        </p:nvSpPr>
        <p:spPr>
          <a:xfrm>
            <a:off x="4777750" y="4733825"/>
            <a:ext cx="4230300" cy="14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None/>
            </a:pPr>
            <a:r>
              <a:rPr lang="en" sz="600">
                <a:solidFill>
                  <a:schemeClr val="accent2"/>
                </a:solidFill>
                <a:latin typeface="Tahoma"/>
                <a:ea typeface="Tahoma"/>
                <a:cs typeface="Tahoma"/>
                <a:sym typeface="Tahoma"/>
              </a:rPr>
              <a:t>By User:Mipinggrey - Own work, GPL, https://commons.wikimedia.org/w/index.php?curid=153050038</a:t>
            </a:r>
            <a:r>
              <a:rPr lang="en" sz="700">
                <a:solidFill>
                  <a:schemeClr val="accent2"/>
                </a:solidFill>
                <a:latin typeface="Tahoma"/>
                <a:ea typeface="Tahoma"/>
                <a:cs typeface="Tahoma"/>
                <a:sym typeface="Tahoma"/>
              </a:rPr>
              <a:t>​</a:t>
            </a:r>
            <a:endParaRPr sz="700">
              <a:solidFill>
                <a:schemeClr val="accent2"/>
              </a:solidFill>
              <a:latin typeface="Tahoma"/>
              <a:ea typeface="Tahoma"/>
              <a:cs typeface="Tahoma"/>
              <a:sym typeface="Tahoma"/>
            </a:endParaRPr>
          </a:p>
        </p:txBody>
      </p:sp>
      <p:sp>
        <p:nvSpPr>
          <p:cNvPr id="501" name="Google Shape;501;p20"/>
          <p:cNvSpPr/>
          <p:nvPr/>
        </p:nvSpPr>
        <p:spPr>
          <a:xfrm>
            <a:off x="5238850"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2" name="Google Shape;502;p20"/>
          <p:cNvSpPr txBox="1"/>
          <p:nvPr/>
        </p:nvSpPr>
        <p:spPr>
          <a:xfrm>
            <a:off x="4722375"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sp>
        <p:nvSpPr>
          <p:cNvPr id="503" name="Google Shape;503;p20"/>
          <p:cNvSpPr txBox="1"/>
          <p:nvPr/>
        </p:nvSpPr>
        <p:spPr>
          <a:xfrm>
            <a:off x="5801500" y="2316638"/>
            <a:ext cx="2182800" cy="129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F3F3F3"/>
                </a:solidFill>
                <a:latin typeface="Tahoma"/>
                <a:ea typeface="Tahoma"/>
                <a:cs typeface="Tahoma"/>
                <a:sym typeface="Tahoma"/>
              </a:rPr>
              <a:t>Image Goes Here</a:t>
            </a:r>
            <a:endParaRPr sz="3200">
              <a:solidFill>
                <a:srgbClr val="F3F3F3"/>
              </a:solidFill>
              <a:latin typeface="Tahoma"/>
              <a:ea typeface="Tahoma"/>
              <a:cs typeface="Tahoma"/>
              <a:sym typeface="Tahoma"/>
            </a:endParaRPr>
          </a:p>
        </p:txBody>
      </p:sp>
      <p:grpSp>
        <p:nvGrpSpPr>
          <p:cNvPr id="504" name="Google Shape;504;p20"/>
          <p:cNvGrpSpPr/>
          <p:nvPr/>
        </p:nvGrpSpPr>
        <p:grpSpPr>
          <a:xfrm>
            <a:off x="7853691" y="1055825"/>
            <a:ext cx="745600" cy="385788"/>
            <a:chOff x="7518850" y="258820"/>
            <a:chExt cx="745600" cy="385788"/>
          </a:xfrm>
        </p:grpSpPr>
        <p:sp>
          <p:nvSpPr>
            <p:cNvPr id="505" name="Google Shape;505;p20"/>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0"/>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20"/>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8" name="Google Shape;508;p20"/>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509" name="Google Shape;509;p20"/>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20"/>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511" name="Google Shape;511;p20"/>
          <p:cNvSpPr/>
          <p:nvPr/>
        </p:nvSpPr>
        <p:spPr>
          <a:xfrm>
            <a:off x="787351" y="355400"/>
            <a:ext cx="75693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Ease of Use: Beginner</a:t>
            </a:r>
            <a:r>
              <a:rPr b="1" lang="en" sz="3600">
                <a:solidFill>
                  <a:srgbClr val="262626"/>
                </a:solidFill>
                <a:latin typeface="Tahoma"/>
                <a:ea typeface="Tahoma"/>
                <a:cs typeface="Tahoma"/>
                <a:sym typeface="Tahoma"/>
              </a:rPr>
              <a:t>​</a:t>
            </a:r>
            <a:endParaRPr b="1" sz="3600">
              <a:solidFill>
                <a:srgbClr val="262626"/>
              </a:solidFill>
              <a:latin typeface="Tahoma"/>
              <a:ea typeface="Tahoma"/>
              <a:cs typeface="Tahoma"/>
              <a:sym typeface="Tahoma"/>
            </a:endParaRPr>
          </a:p>
        </p:txBody>
      </p:sp>
      <p:pic>
        <p:nvPicPr>
          <p:cNvPr descr="undefined" id="512" name="Google Shape;512;p20"/>
          <p:cNvPicPr preferRelativeResize="0"/>
          <p:nvPr/>
        </p:nvPicPr>
        <p:blipFill>
          <a:blip r:embed="rId5">
            <a:alphaModFix/>
          </a:blip>
          <a:stretch>
            <a:fillRect/>
          </a:stretch>
        </p:blipFill>
        <p:spPr>
          <a:xfrm>
            <a:off x="5257700" y="1845187"/>
            <a:ext cx="3270401" cy="1839600"/>
          </a:xfrm>
          <a:prstGeom prst="rect">
            <a:avLst/>
          </a:prstGeom>
          <a:noFill/>
          <a:ln>
            <a:noFill/>
          </a:ln>
        </p:spPr>
      </p:pic>
      <p:sp>
        <p:nvSpPr>
          <p:cNvPr id="513" name="Google Shape;513;p20"/>
          <p:cNvSpPr txBox="1"/>
          <p:nvPr/>
        </p:nvSpPr>
        <p:spPr>
          <a:xfrm>
            <a:off x="5312207" y="1899694"/>
            <a:ext cx="1073100" cy="1073100"/>
          </a:xfrm>
          <a:prstGeom prst="rect">
            <a:avLst/>
          </a:prstGeom>
          <a:noFill/>
          <a:ln>
            <a:noFill/>
          </a:ln>
        </p:spPr>
        <p:txBody>
          <a:bodyPr anchorCtr="0" anchor="ctr" bIns="32700" lIns="32700" spcFirstLastPara="1" rIns="32700" wrap="square" tIns="32700">
            <a:noAutofit/>
          </a:bodyPr>
          <a:lstStyle/>
          <a:p>
            <a:pPr indent="0" lvl="0" marL="0" rtl="0" algn="l">
              <a:spcBef>
                <a:spcPts val="0"/>
              </a:spcBef>
              <a:spcAft>
                <a:spcPts val="0"/>
              </a:spcAft>
              <a:buNone/>
            </a:pPr>
            <a:r>
              <a:rPr lang="en" sz="501"/>
              <a:t> </a:t>
            </a:r>
            <a:endParaRPr sz="50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17" name="Shape 517"/>
        <p:cNvGrpSpPr/>
        <p:nvPr/>
      </p:nvGrpSpPr>
      <p:grpSpPr>
        <a:xfrm>
          <a:off x="0" y="0"/>
          <a:ext cx="0" cy="0"/>
          <a:chOff x="0" y="0"/>
          <a:chExt cx="0" cy="0"/>
        </a:xfrm>
      </p:grpSpPr>
      <p:sp>
        <p:nvSpPr>
          <p:cNvPr id="518" name="Google Shape;518;p21"/>
          <p:cNvSpPr/>
          <p:nvPr/>
        </p:nvSpPr>
        <p:spPr>
          <a:xfrm>
            <a:off x="4735675"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9" name="Google Shape;519;p21"/>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21"/>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21" name="Google Shape;521;p21"/>
          <p:cNvGrpSpPr/>
          <p:nvPr/>
        </p:nvGrpSpPr>
        <p:grpSpPr>
          <a:xfrm>
            <a:off x="7890091" y="9500"/>
            <a:ext cx="745600" cy="385788"/>
            <a:chOff x="7518850" y="258820"/>
            <a:chExt cx="745600" cy="385788"/>
          </a:xfrm>
        </p:grpSpPr>
        <p:sp>
          <p:nvSpPr>
            <p:cNvPr id="522" name="Google Shape;522;p21"/>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1"/>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4" name="Google Shape;524;p21"/>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5" name="Google Shape;525;p21"/>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526" name="Google Shape;526;p21"/>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7" name="Google Shape;527;p21"/>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528" name="Google Shape;528;p21"/>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21"/>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30" name="Google Shape;530;p21"/>
          <p:cNvGrpSpPr/>
          <p:nvPr/>
        </p:nvGrpSpPr>
        <p:grpSpPr>
          <a:xfrm>
            <a:off x="508400" y="1165100"/>
            <a:ext cx="2768206" cy="235500"/>
            <a:chOff x="894600" y="1165100"/>
            <a:chExt cx="2768206" cy="235500"/>
          </a:xfrm>
        </p:grpSpPr>
        <p:sp>
          <p:nvSpPr>
            <p:cNvPr id="531" name="Google Shape;531;p21"/>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32" name="Google Shape;532;p21"/>
            <p:cNvGrpSpPr/>
            <p:nvPr/>
          </p:nvGrpSpPr>
          <p:grpSpPr>
            <a:xfrm>
              <a:off x="894600" y="1165100"/>
              <a:ext cx="2768206" cy="235500"/>
              <a:chOff x="894600" y="1165100"/>
              <a:chExt cx="2768206" cy="235500"/>
            </a:xfrm>
          </p:grpSpPr>
          <p:sp>
            <p:nvSpPr>
              <p:cNvPr id="533" name="Google Shape;533;p21"/>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534" name="Google Shape;534;p21"/>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535" name="Google Shape;535;p21"/>
          <p:cNvSpPr/>
          <p:nvPr/>
        </p:nvSpPr>
        <p:spPr>
          <a:xfrm>
            <a:off x="508250" y="1418350"/>
            <a:ext cx="4063800" cy="3492600"/>
          </a:xfrm>
          <a:prstGeom prst="roundRect">
            <a:avLst>
              <a:gd fmla="val 0" name="adj"/>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120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Distros such as...​</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Debian</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Fedora</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openSUSE</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Ubuntu</a:t>
            </a:r>
            <a:endParaRPr sz="1800">
              <a:solidFill>
                <a:srgbClr val="F3F3F3"/>
              </a:solidFill>
              <a:latin typeface="Consolas"/>
              <a:ea typeface="Consolas"/>
              <a:cs typeface="Consolas"/>
              <a:sym typeface="Consolas"/>
            </a:endParaRPr>
          </a:p>
          <a:p>
            <a:pPr indent="-342900" lvl="0" marL="4572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General purpose Operating System</a:t>
            </a:r>
            <a:endParaRPr sz="1800">
              <a:solidFill>
                <a:srgbClr val="F3F3F3"/>
              </a:solidFill>
              <a:latin typeface="Consolas"/>
              <a:ea typeface="Consolas"/>
              <a:cs typeface="Consolas"/>
              <a:sym typeface="Consolas"/>
            </a:endParaRPr>
          </a:p>
        </p:txBody>
      </p:sp>
      <p:grpSp>
        <p:nvGrpSpPr>
          <p:cNvPr id="536" name="Google Shape;536;p21"/>
          <p:cNvGrpSpPr/>
          <p:nvPr/>
        </p:nvGrpSpPr>
        <p:grpSpPr>
          <a:xfrm>
            <a:off x="3977133" y="1069247"/>
            <a:ext cx="569648" cy="349096"/>
            <a:chOff x="8367425" y="992000"/>
            <a:chExt cx="605944" cy="371339"/>
          </a:xfrm>
        </p:grpSpPr>
        <p:sp>
          <p:nvSpPr>
            <p:cNvPr id="537" name="Google Shape;537;p21"/>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538" name="Google Shape;538;p21"/>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539" name="Google Shape;539;p21"/>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540" name="Google Shape;540;p21"/>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541" name="Google Shape;541;p21"/>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542" name="Google Shape;542;p21"/>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543" name="Google Shape;543;p21"/>
          <p:cNvSpPr/>
          <p:nvPr/>
        </p:nvSpPr>
        <p:spPr>
          <a:xfrm>
            <a:off x="4735750"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21"/>
          <p:cNvSpPr/>
          <p:nvPr/>
        </p:nvSpPr>
        <p:spPr>
          <a:xfrm>
            <a:off x="4735750"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21"/>
          <p:cNvSpPr/>
          <p:nvPr/>
        </p:nvSpPr>
        <p:spPr>
          <a:xfrm>
            <a:off x="4735750"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21"/>
          <p:cNvSpPr/>
          <p:nvPr/>
        </p:nvSpPr>
        <p:spPr>
          <a:xfrm>
            <a:off x="4735746"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21"/>
          <p:cNvSpPr txBox="1"/>
          <p:nvPr/>
        </p:nvSpPr>
        <p:spPr>
          <a:xfrm>
            <a:off x="4735675"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548" name="Google Shape;548;p21"/>
          <p:cNvPicPr preferRelativeResize="0"/>
          <p:nvPr/>
        </p:nvPicPr>
        <p:blipFill>
          <a:blip r:embed="rId4">
            <a:alphaModFix/>
          </a:blip>
          <a:stretch>
            <a:fillRect/>
          </a:stretch>
        </p:blipFill>
        <p:spPr>
          <a:xfrm>
            <a:off x="4761975" y="1548273"/>
            <a:ext cx="450650" cy="2295025"/>
          </a:xfrm>
          <a:prstGeom prst="rect">
            <a:avLst/>
          </a:prstGeom>
          <a:noFill/>
          <a:ln>
            <a:noFill/>
          </a:ln>
        </p:spPr>
      </p:pic>
      <p:sp>
        <p:nvSpPr>
          <p:cNvPr id="549" name="Google Shape;549;p21"/>
          <p:cNvSpPr/>
          <p:nvPr/>
        </p:nvSpPr>
        <p:spPr>
          <a:xfrm>
            <a:off x="4855175"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0" name="Google Shape;550;p21"/>
          <p:cNvSpPr/>
          <p:nvPr/>
        </p:nvSpPr>
        <p:spPr>
          <a:xfrm>
            <a:off x="5153875"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1" name="Google Shape;551;p21"/>
          <p:cNvSpPr/>
          <p:nvPr/>
        </p:nvSpPr>
        <p:spPr>
          <a:xfrm>
            <a:off x="5153875"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2" name="Google Shape;552;p21"/>
          <p:cNvSpPr/>
          <p:nvPr/>
        </p:nvSpPr>
        <p:spPr>
          <a:xfrm>
            <a:off x="5303775"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21"/>
          <p:cNvSpPr/>
          <p:nvPr/>
        </p:nvSpPr>
        <p:spPr>
          <a:xfrm>
            <a:off x="5303775"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21"/>
          <p:cNvSpPr/>
          <p:nvPr/>
        </p:nvSpPr>
        <p:spPr>
          <a:xfrm>
            <a:off x="5445675"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5" name="Google Shape;555;p21"/>
          <p:cNvSpPr/>
          <p:nvPr/>
        </p:nvSpPr>
        <p:spPr>
          <a:xfrm>
            <a:off x="5445675"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6" name="Google Shape;556;p21"/>
          <p:cNvSpPr/>
          <p:nvPr/>
        </p:nvSpPr>
        <p:spPr>
          <a:xfrm>
            <a:off x="5595575"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21"/>
          <p:cNvSpPr/>
          <p:nvPr/>
        </p:nvSpPr>
        <p:spPr>
          <a:xfrm>
            <a:off x="5595575"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21"/>
          <p:cNvSpPr/>
          <p:nvPr/>
        </p:nvSpPr>
        <p:spPr>
          <a:xfrm>
            <a:off x="5745475"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21"/>
          <p:cNvSpPr/>
          <p:nvPr/>
        </p:nvSpPr>
        <p:spPr>
          <a:xfrm>
            <a:off x="5745475"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21"/>
          <p:cNvSpPr/>
          <p:nvPr/>
        </p:nvSpPr>
        <p:spPr>
          <a:xfrm>
            <a:off x="5895375"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21"/>
          <p:cNvSpPr/>
          <p:nvPr/>
        </p:nvSpPr>
        <p:spPr>
          <a:xfrm>
            <a:off x="5895375"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21"/>
          <p:cNvSpPr/>
          <p:nvPr/>
        </p:nvSpPr>
        <p:spPr>
          <a:xfrm>
            <a:off x="6037275"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3" name="Google Shape;563;p21"/>
          <p:cNvSpPr/>
          <p:nvPr/>
        </p:nvSpPr>
        <p:spPr>
          <a:xfrm>
            <a:off x="60372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4" name="Google Shape;564;p21"/>
          <p:cNvSpPr/>
          <p:nvPr/>
        </p:nvSpPr>
        <p:spPr>
          <a:xfrm>
            <a:off x="6187175"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21"/>
          <p:cNvSpPr/>
          <p:nvPr/>
        </p:nvSpPr>
        <p:spPr>
          <a:xfrm>
            <a:off x="6187175"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6" name="Google Shape;566;p21"/>
          <p:cNvSpPr/>
          <p:nvPr/>
        </p:nvSpPr>
        <p:spPr>
          <a:xfrm>
            <a:off x="6337075"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21"/>
          <p:cNvSpPr/>
          <p:nvPr/>
        </p:nvSpPr>
        <p:spPr>
          <a:xfrm>
            <a:off x="6337075"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8" name="Google Shape;568;p21"/>
          <p:cNvSpPr/>
          <p:nvPr/>
        </p:nvSpPr>
        <p:spPr>
          <a:xfrm>
            <a:off x="6486975"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9" name="Google Shape;569;p21"/>
          <p:cNvSpPr/>
          <p:nvPr/>
        </p:nvSpPr>
        <p:spPr>
          <a:xfrm>
            <a:off x="6486975"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21"/>
          <p:cNvSpPr/>
          <p:nvPr/>
        </p:nvSpPr>
        <p:spPr>
          <a:xfrm>
            <a:off x="6636875"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1" name="Google Shape;571;p21"/>
          <p:cNvSpPr/>
          <p:nvPr/>
        </p:nvSpPr>
        <p:spPr>
          <a:xfrm>
            <a:off x="6636875"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2" name="Google Shape;572;p21"/>
          <p:cNvSpPr/>
          <p:nvPr/>
        </p:nvSpPr>
        <p:spPr>
          <a:xfrm>
            <a:off x="6786775"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3" name="Google Shape;573;p21"/>
          <p:cNvSpPr/>
          <p:nvPr/>
        </p:nvSpPr>
        <p:spPr>
          <a:xfrm>
            <a:off x="67867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21"/>
          <p:cNvSpPr/>
          <p:nvPr/>
        </p:nvSpPr>
        <p:spPr>
          <a:xfrm>
            <a:off x="6928675"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21"/>
          <p:cNvSpPr/>
          <p:nvPr/>
        </p:nvSpPr>
        <p:spPr>
          <a:xfrm>
            <a:off x="6928675"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21"/>
          <p:cNvSpPr/>
          <p:nvPr/>
        </p:nvSpPr>
        <p:spPr>
          <a:xfrm>
            <a:off x="7078575"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21"/>
          <p:cNvSpPr/>
          <p:nvPr/>
        </p:nvSpPr>
        <p:spPr>
          <a:xfrm>
            <a:off x="7078575"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8" name="Google Shape;578;p21"/>
          <p:cNvSpPr/>
          <p:nvPr/>
        </p:nvSpPr>
        <p:spPr>
          <a:xfrm>
            <a:off x="4968686"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9" name="Google Shape;579;p21"/>
          <p:cNvSpPr/>
          <p:nvPr/>
        </p:nvSpPr>
        <p:spPr>
          <a:xfrm>
            <a:off x="4908761"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0" name="Google Shape;580;p21"/>
          <p:cNvSpPr/>
          <p:nvPr/>
        </p:nvSpPr>
        <p:spPr>
          <a:xfrm>
            <a:off x="4735675" y="4689725"/>
            <a:ext cx="3827400" cy="2016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1" name="Google Shape;581;p21"/>
          <p:cNvSpPr/>
          <p:nvPr/>
        </p:nvSpPr>
        <p:spPr>
          <a:xfrm>
            <a:off x="4735675" y="1182038"/>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2" name="Google Shape;582;p21"/>
          <p:cNvSpPr/>
          <p:nvPr/>
        </p:nvSpPr>
        <p:spPr>
          <a:xfrm>
            <a:off x="5238850"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3" name="Google Shape;583;p21"/>
          <p:cNvSpPr txBox="1"/>
          <p:nvPr/>
        </p:nvSpPr>
        <p:spPr>
          <a:xfrm>
            <a:off x="4722375"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grpSp>
        <p:nvGrpSpPr>
          <p:cNvPr id="584" name="Google Shape;584;p21"/>
          <p:cNvGrpSpPr/>
          <p:nvPr/>
        </p:nvGrpSpPr>
        <p:grpSpPr>
          <a:xfrm>
            <a:off x="7853691" y="1055825"/>
            <a:ext cx="745600" cy="385788"/>
            <a:chOff x="7518850" y="258820"/>
            <a:chExt cx="745600" cy="385788"/>
          </a:xfrm>
        </p:grpSpPr>
        <p:sp>
          <p:nvSpPr>
            <p:cNvPr id="585" name="Google Shape;585;p21"/>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1"/>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7" name="Google Shape;587;p21"/>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8" name="Google Shape;588;p21"/>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589" name="Google Shape;589;p21"/>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0" name="Google Shape;590;p21"/>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591" name="Google Shape;591;p21"/>
          <p:cNvSpPr/>
          <p:nvPr/>
        </p:nvSpPr>
        <p:spPr>
          <a:xfrm>
            <a:off x="787351" y="355400"/>
            <a:ext cx="75693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Ease of Use: Standard​</a:t>
            </a:r>
            <a:endParaRPr b="1" sz="3600">
              <a:solidFill>
                <a:srgbClr val="262626"/>
              </a:solidFill>
              <a:latin typeface="Tahoma"/>
              <a:ea typeface="Tahoma"/>
              <a:cs typeface="Tahoma"/>
              <a:sym typeface="Tahoma"/>
            </a:endParaRPr>
          </a:p>
        </p:txBody>
      </p:sp>
      <p:sp>
        <p:nvSpPr>
          <p:cNvPr id="592" name="Google Shape;592;p21"/>
          <p:cNvSpPr txBox="1"/>
          <p:nvPr/>
        </p:nvSpPr>
        <p:spPr>
          <a:xfrm>
            <a:off x="5312207" y="1899694"/>
            <a:ext cx="1073100" cy="1073100"/>
          </a:xfrm>
          <a:prstGeom prst="rect">
            <a:avLst/>
          </a:prstGeom>
          <a:noFill/>
          <a:ln>
            <a:noFill/>
          </a:ln>
        </p:spPr>
        <p:txBody>
          <a:bodyPr anchorCtr="0" anchor="ctr" bIns="32700" lIns="32700" spcFirstLastPara="1" rIns="32700" wrap="square" tIns="32700">
            <a:noAutofit/>
          </a:bodyPr>
          <a:lstStyle/>
          <a:p>
            <a:pPr indent="0" lvl="0" marL="0" rtl="0" algn="l">
              <a:spcBef>
                <a:spcPts val="0"/>
              </a:spcBef>
              <a:spcAft>
                <a:spcPts val="0"/>
              </a:spcAft>
              <a:buNone/>
            </a:pPr>
            <a:r>
              <a:rPr lang="en" sz="501"/>
              <a:t> </a:t>
            </a:r>
            <a:endParaRPr sz="501"/>
          </a:p>
        </p:txBody>
      </p:sp>
      <p:sp>
        <p:nvSpPr>
          <p:cNvPr id="593" name="Google Shape;593;p21"/>
          <p:cNvSpPr txBox="1"/>
          <p:nvPr/>
        </p:nvSpPr>
        <p:spPr>
          <a:xfrm>
            <a:off x="5357048" y="2039963"/>
            <a:ext cx="1042500" cy="1042500"/>
          </a:xfrm>
          <a:prstGeom prst="rect">
            <a:avLst/>
          </a:prstGeom>
          <a:noFill/>
          <a:ln>
            <a:noFill/>
          </a:ln>
        </p:spPr>
        <p:txBody>
          <a:bodyPr anchorCtr="0" anchor="ctr" bIns="31775" lIns="31775" spcFirstLastPara="1" rIns="31775" wrap="square" tIns="31775">
            <a:noAutofit/>
          </a:bodyPr>
          <a:lstStyle/>
          <a:p>
            <a:pPr indent="0" lvl="0" marL="0" rtl="0" algn="l">
              <a:spcBef>
                <a:spcPts val="0"/>
              </a:spcBef>
              <a:spcAft>
                <a:spcPts val="0"/>
              </a:spcAft>
              <a:buNone/>
            </a:pPr>
            <a:r>
              <a:rPr lang="en" sz="487"/>
              <a:t> </a:t>
            </a:r>
            <a:endParaRPr sz="487"/>
          </a:p>
        </p:txBody>
      </p:sp>
      <p:pic>
        <p:nvPicPr>
          <p:cNvPr descr="undefined" id="594" name="Google Shape;594;p21"/>
          <p:cNvPicPr preferRelativeResize="0"/>
          <p:nvPr/>
        </p:nvPicPr>
        <p:blipFill>
          <a:blip r:embed="rId5">
            <a:alphaModFix/>
          </a:blip>
          <a:stretch>
            <a:fillRect/>
          </a:stretch>
        </p:blipFill>
        <p:spPr>
          <a:xfrm>
            <a:off x="5238850" y="1834575"/>
            <a:ext cx="3308100" cy="18608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8" name="Shape 598"/>
        <p:cNvGrpSpPr/>
        <p:nvPr/>
      </p:nvGrpSpPr>
      <p:grpSpPr>
        <a:xfrm>
          <a:off x="0" y="0"/>
          <a:ext cx="0" cy="0"/>
          <a:chOff x="0" y="0"/>
          <a:chExt cx="0" cy="0"/>
        </a:xfrm>
      </p:grpSpPr>
      <p:sp>
        <p:nvSpPr>
          <p:cNvPr id="599" name="Google Shape;599;p22"/>
          <p:cNvSpPr/>
          <p:nvPr/>
        </p:nvSpPr>
        <p:spPr>
          <a:xfrm>
            <a:off x="4735675"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p22"/>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p22"/>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02" name="Google Shape;602;p22"/>
          <p:cNvGrpSpPr/>
          <p:nvPr/>
        </p:nvGrpSpPr>
        <p:grpSpPr>
          <a:xfrm>
            <a:off x="7890091" y="9500"/>
            <a:ext cx="745600" cy="385788"/>
            <a:chOff x="7518850" y="258820"/>
            <a:chExt cx="745600" cy="385788"/>
          </a:xfrm>
        </p:grpSpPr>
        <p:sp>
          <p:nvSpPr>
            <p:cNvPr id="603" name="Google Shape;603;p22"/>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2"/>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5" name="Google Shape;605;p22"/>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6" name="Google Shape;606;p22"/>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607" name="Google Shape;607;p22"/>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8" name="Google Shape;608;p22"/>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609" name="Google Shape;609;p22"/>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0" name="Google Shape;610;p22"/>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11" name="Google Shape;611;p22"/>
          <p:cNvGrpSpPr/>
          <p:nvPr/>
        </p:nvGrpSpPr>
        <p:grpSpPr>
          <a:xfrm>
            <a:off x="508400" y="1165100"/>
            <a:ext cx="2768206" cy="235500"/>
            <a:chOff x="894600" y="1165100"/>
            <a:chExt cx="2768206" cy="235500"/>
          </a:xfrm>
        </p:grpSpPr>
        <p:sp>
          <p:nvSpPr>
            <p:cNvPr id="612" name="Google Shape;612;p22"/>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13" name="Google Shape;613;p22"/>
            <p:cNvGrpSpPr/>
            <p:nvPr/>
          </p:nvGrpSpPr>
          <p:grpSpPr>
            <a:xfrm>
              <a:off x="894600" y="1165100"/>
              <a:ext cx="2768206" cy="235500"/>
              <a:chOff x="894600" y="1165100"/>
              <a:chExt cx="2768206" cy="235500"/>
            </a:xfrm>
          </p:grpSpPr>
          <p:sp>
            <p:nvSpPr>
              <p:cNvPr id="614" name="Google Shape;614;p22"/>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615" name="Google Shape;615;p22"/>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616" name="Google Shape;616;p22"/>
          <p:cNvSpPr/>
          <p:nvPr/>
        </p:nvSpPr>
        <p:spPr>
          <a:xfrm>
            <a:off x="508250" y="1418350"/>
            <a:ext cx="4063800" cy="3492600"/>
          </a:xfrm>
          <a:prstGeom prst="roundRect">
            <a:avLst>
              <a:gd fmla="val 0" name="adj"/>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120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Distros such as...​</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Alpine Linux​</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F0000"/>
              </a:buClr>
              <a:buSzPts val="1800"/>
              <a:buFont typeface="Consolas"/>
              <a:buChar char="○"/>
            </a:pPr>
            <a:r>
              <a:rPr lang="en" sz="1800">
                <a:solidFill>
                  <a:srgbClr val="FF0000"/>
                </a:solidFill>
                <a:latin typeface="Consolas"/>
                <a:ea typeface="Consolas"/>
                <a:cs typeface="Consolas"/>
                <a:sym typeface="Consolas"/>
              </a:rPr>
              <a:t>Arch Linux​</a:t>
            </a:r>
            <a:endParaRPr sz="1800">
              <a:solidFill>
                <a:srgbClr val="FF0000"/>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Gentoo​</a:t>
            </a:r>
            <a:endParaRPr sz="1800">
              <a:solidFill>
                <a:srgbClr val="F3F3F3"/>
              </a:solidFill>
              <a:latin typeface="Consolas"/>
              <a:ea typeface="Consolas"/>
              <a:cs typeface="Consolas"/>
              <a:sym typeface="Consolas"/>
            </a:endParaRPr>
          </a:p>
          <a:p>
            <a:pPr indent="-342900" lvl="1" marL="9144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NixOS</a:t>
            </a:r>
            <a:endParaRPr sz="1800">
              <a:solidFill>
                <a:srgbClr val="F3F3F3"/>
              </a:solidFill>
              <a:latin typeface="Consolas"/>
              <a:ea typeface="Consolas"/>
              <a:cs typeface="Consolas"/>
              <a:sym typeface="Consolas"/>
            </a:endParaRPr>
          </a:p>
          <a:p>
            <a:pPr indent="-342900" lvl="0" marL="4572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Customize every aspect of your System​</a:t>
            </a:r>
            <a:endParaRPr sz="1800">
              <a:solidFill>
                <a:srgbClr val="F3F3F3"/>
              </a:solidFill>
              <a:latin typeface="Consolas"/>
              <a:ea typeface="Consolas"/>
              <a:cs typeface="Consolas"/>
              <a:sym typeface="Consolas"/>
            </a:endParaRPr>
          </a:p>
          <a:p>
            <a:pPr indent="-342900" lvl="0" marL="4572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Occasional Breaking Changes​</a:t>
            </a:r>
            <a:endParaRPr sz="1800">
              <a:solidFill>
                <a:srgbClr val="F3F3F3"/>
              </a:solidFill>
              <a:latin typeface="Consolas"/>
              <a:ea typeface="Consolas"/>
              <a:cs typeface="Consolas"/>
              <a:sym typeface="Consolas"/>
            </a:endParaRPr>
          </a:p>
          <a:p>
            <a:pPr indent="-342900" lvl="0" marL="457200" rtl="0" algn="l">
              <a:lnSpc>
                <a:spcPct val="115000"/>
              </a:lnSpc>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Target Audience: Developers and Hobbyists​</a:t>
            </a:r>
            <a:endParaRPr sz="1800">
              <a:solidFill>
                <a:srgbClr val="F3F3F3"/>
              </a:solidFill>
              <a:latin typeface="Consolas"/>
              <a:ea typeface="Consolas"/>
              <a:cs typeface="Consolas"/>
              <a:sym typeface="Consolas"/>
            </a:endParaRPr>
          </a:p>
        </p:txBody>
      </p:sp>
      <p:grpSp>
        <p:nvGrpSpPr>
          <p:cNvPr id="617" name="Google Shape;617;p22"/>
          <p:cNvGrpSpPr/>
          <p:nvPr/>
        </p:nvGrpSpPr>
        <p:grpSpPr>
          <a:xfrm>
            <a:off x="3977133" y="1069247"/>
            <a:ext cx="569648" cy="349096"/>
            <a:chOff x="8367425" y="992000"/>
            <a:chExt cx="605944" cy="371339"/>
          </a:xfrm>
        </p:grpSpPr>
        <p:sp>
          <p:nvSpPr>
            <p:cNvPr id="618" name="Google Shape;618;p22"/>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619" name="Google Shape;619;p22"/>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620" name="Google Shape;620;p22"/>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621" name="Google Shape;621;p22"/>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622" name="Google Shape;622;p22"/>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623" name="Google Shape;623;p22"/>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624" name="Google Shape;624;p22"/>
          <p:cNvSpPr/>
          <p:nvPr/>
        </p:nvSpPr>
        <p:spPr>
          <a:xfrm>
            <a:off x="4735750"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5" name="Google Shape;625;p22"/>
          <p:cNvSpPr/>
          <p:nvPr/>
        </p:nvSpPr>
        <p:spPr>
          <a:xfrm>
            <a:off x="4735750"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6" name="Google Shape;626;p22"/>
          <p:cNvSpPr/>
          <p:nvPr/>
        </p:nvSpPr>
        <p:spPr>
          <a:xfrm>
            <a:off x="4735750"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7" name="Google Shape;627;p22"/>
          <p:cNvSpPr/>
          <p:nvPr/>
        </p:nvSpPr>
        <p:spPr>
          <a:xfrm>
            <a:off x="4735746"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8" name="Google Shape;628;p22"/>
          <p:cNvSpPr txBox="1"/>
          <p:nvPr/>
        </p:nvSpPr>
        <p:spPr>
          <a:xfrm>
            <a:off x="4735675"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629" name="Google Shape;629;p22"/>
          <p:cNvPicPr preferRelativeResize="0"/>
          <p:nvPr/>
        </p:nvPicPr>
        <p:blipFill>
          <a:blip r:embed="rId4">
            <a:alphaModFix/>
          </a:blip>
          <a:stretch>
            <a:fillRect/>
          </a:stretch>
        </p:blipFill>
        <p:spPr>
          <a:xfrm>
            <a:off x="4761975" y="1548273"/>
            <a:ext cx="450650" cy="2295025"/>
          </a:xfrm>
          <a:prstGeom prst="rect">
            <a:avLst/>
          </a:prstGeom>
          <a:noFill/>
          <a:ln>
            <a:noFill/>
          </a:ln>
        </p:spPr>
      </p:pic>
      <p:sp>
        <p:nvSpPr>
          <p:cNvPr id="630" name="Google Shape;630;p22"/>
          <p:cNvSpPr/>
          <p:nvPr/>
        </p:nvSpPr>
        <p:spPr>
          <a:xfrm>
            <a:off x="4855175"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1" name="Google Shape;631;p22"/>
          <p:cNvSpPr/>
          <p:nvPr/>
        </p:nvSpPr>
        <p:spPr>
          <a:xfrm>
            <a:off x="5153875"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2" name="Google Shape;632;p22"/>
          <p:cNvSpPr/>
          <p:nvPr/>
        </p:nvSpPr>
        <p:spPr>
          <a:xfrm>
            <a:off x="5153875"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3" name="Google Shape;633;p22"/>
          <p:cNvSpPr/>
          <p:nvPr/>
        </p:nvSpPr>
        <p:spPr>
          <a:xfrm>
            <a:off x="5303775"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4" name="Google Shape;634;p22"/>
          <p:cNvSpPr/>
          <p:nvPr/>
        </p:nvSpPr>
        <p:spPr>
          <a:xfrm>
            <a:off x="5303775"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5" name="Google Shape;635;p22"/>
          <p:cNvSpPr/>
          <p:nvPr/>
        </p:nvSpPr>
        <p:spPr>
          <a:xfrm>
            <a:off x="5445675"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22"/>
          <p:cNvSpPr/>
          <p:nvPr/>
        </p:nvSpPr>
        <p:spPr>
          <a:xfrm>
            <a:off x="5445675"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p22"/>
          <p:cNvSpPr/>
          <p:nvPr/>
        </p:nvSpPr>
        <p:spPr>
          <a:xfrm>
            <a:off x="5595575"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8" name="Google Shape;638;p22"/>
          <p:cNvSpPr/>
          <p:nvPr/>
        </p:nvSpPr>
        <p:spPr>
          <a:xfrm>
            <a:off x="5595575"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9" name="Google Shape;639;p22"/>
          <p:cNvSpPr/>
          <p:nvPr/>
        </p:nvSpPr>
        <p:spPr>
          <a:xfrm>
            <a:off x="5745475"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0" name="Google Shape;640;p22"/>
          <p:cNvSpPr/>
          <p:nvPr/>
        </p:nvSpPr>
        <p:spPr>
          <a:xfrm>
            <a:off x="5745475"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22"/>
          <p:cNvSpPr/>
          <p:nvPr/>
        </p:nvSpPr>
        <p:spPr>
          <a:xfrm>
            <a:off x="5895375"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2" name="Google Shape;642;p22"/>
          <p:cNvSpPr/>
          <p:nvPr/>
        </p:nvSpPr>
        <p:spPr>
          <a:xfrm>
            <a:off x="5895375"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3" name="Google Shape;643;p22"/>
          <p:cNvSpPr/>
          <p:nvPr/>
        </p:nvSpPr>
        <p:spPr>
          <a:xfrm>
            <a:off x="6037275"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4" name="Google Shape;644;p22"/>
          <p:cNvSpPr/>
          <p:nvPr/>
        </p:nvSpPr>
        <p:spPr>
          <a:xfrm>
            <a:off x="60372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5" name="Google Shape;645;p22"/>
          <p:cNvSpPr/>
          <p:nvPr/>
        </p:nvSpPr>
        <p:spPr>
          <a:xfrm>
            <a:off x="6187175"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6" name="Google Shape;646;p22"/>
          <p:cNvSpPr/>
          <p:nvPr/>
        </p:nvSpPr>
        <p:spPr>
          <a:xfrm>
            <a:off x="6187175"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7" name="Google Shape;647;p22"/>
          <p:cNvSpPr/>
          <p:nvPr/>
        </p:nvSpPr>
        <p:spPr>
          <a:xfrm>
            <a:off x="6337075"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22"/>
          <p:cNvSpPr/>
          <p:nvPr/>
        </p:nvSpPr>
        <p:spPr>
          <a:xfrm>
            <a:off x="6337075"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22"/>
          <p:cNvSpPr/>
          <p:nvPr/>
        </p:nvSpPr>
        <p:spPr>
          <a:xfrm>
            <a:off x="6486975"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0" name="Google Shape;650;p22"/>
          <p:cNvSpPr/>
          <p:nvPr/>
        </p:nvSpPr>
        <p:spPr>
          <a:xfrm>
            <a:off x="6486975"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1" name="Google Shape;651;p22"/>
          <p:cNvSpPr/>
          <p:nvPr/>
        </p:nvSpPr>
        <p:spPr>
          <a:xfrm>
            <a:off x="6636875"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2" name="Google Shape;652;p22"/>
          <p:cNvSpPr/>
          <p:nvPr/>
        </p:nvSpPr>
        <p:spPr>
          <a:xfrm>
            <a:off x="6636875"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p22"/>
          <p:cNvSpPr/>
          <p:nvPr/>
        </p:nvSpPr>
        <p:spPr>
          <a:xfrm>
            <a:off x="6786775"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22"/>
          <p:cNvSpPr/>
          <p:nvPr/>
        </p:nvSpPr>
        <p:spPr>
          <a:xfrm>
            <a:off x="67867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5" name="Google Shape;655;p22"/>
          <p:cNvSpPr/>
          <p:nvPr/>
        </p:nvSpPr>
        <p:spPr>
          <a:xfrm>
            <a:off x="6928675"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6" name="Google Shape;656;p22"/>
          <p:cNvSpPr/>
          <p:nvPr/>
        </p:nvSpPr>
        <p:spPr>
          <a:xfrm>
            <a:off x="6928675"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7" name="Google Shape;657;p22"/>
          <p:cNvSpPr/>
          <p:nvPr/>
        </p:nvSpPr>
        <p:spPr>
          <a:xfrm>
            <a:off x="7078575"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8" name="Google Shape;658;p22"/>
          <p:cNvSpPr/>
          <p:nvPr/>
        </p:nvSpPr>
        <p:spPr>
          <a:xfrm>
            <a:off x="7078575"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9" name="Google Shape;659;p22"/>
          <p:cNvSpPr/>
          <p:nvPr/>
        </p:nvSpPr>
        <p:spPr>
          <a:xfrm>
            <a:off x="4968686"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0" name="Google Shape;660;p22"/>
          <p:cNvSpPr/>
          <p:nvPr/>
        </p:nvSpPr>
        <p:spPr>
          <a:xfrm>
            <a:off x="4908761"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p22"/>
          <p:cNvSpPr/>
          <p:nvPr/>
        </p:nvSpPr>
        <p:spPr>
          <a:xfrm>
            <a:off x="4735675" y="4689725"/>
            <a:ext cx="3827400" cy="2016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22"/>
          <p:cNvSpPr/>
          <p:nvPr/>
        </p:nvSpPr>
        <p:spPr>
          <a:xfrm>
            <a:off x="4735675" y="1182038"/>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22"/>
          <p:cNvSpPr txBox="1"/>
          <p:nvPr/>
        </p:nvSpPr>
        <p:spPr>
          <a:xfrm>
            <a:off x="4767040" y="4676557"/>
            <a:ext cx="4230300" cy="201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None/>
            </a:pPr>
            <a:r>
              <a:rPr lang="en" sz="600">
                <a:solidFill>
                  <a:schemeClr val="accent2"/>
                </a:solidFill>
                <a:latin typeface="Tahoma"/>
                <a:ea typeface="Tahoma"/>
                <a:cs typeface="Tahoma"/>
                <a:sym typeface="Tahoma"/>
              </a:rPr>
              <a:t>Software: Arch Linux &amp; Dank Material Shell   Wallpaper: Foxkeh's Blog​   Screenshot: Ryan Zabatta</a:t>
            </a:r>
            <a:endParaRPr sz="600">
              <a:solidFill>
                <a:schemeClr val="accent2"/>
              </a:solidFill>
              <a:latin typeface="Tahoma"/>
              <a:ea typeface="Tahoma"/>
              <a:cs typeface="Tahoma"/>
              <a:sym typeface="Tahoma"/>
            </a:endParaRPr>
          </a:p>
        </p:txBody>
      </p:sp>
      <p:sp>
        <p:nvSpPr>
          <p:cNvPr id="664" name="Google Shape;664;p22"/>
          <p:cNvSpPr/>
          <p:nvPr/>
        </p:nvSpPr>
        <p:spPr>
          <a:xfrm>
            <a:off x="5238850"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5" name="Google Shape;665;p22"/>
          <p:cNvSpPr txBox="1"/>
          <p:nvPr/>
        </p:nvSpPr>
        <p:spPr>
          <a:xfrm>
            <a:off x="4722375"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grpSp>
        <p:nvGrpSpPr>
          <p:cNvPr id="666" name="Google Shape;666;p22"/>
          <p:cNvGrpSpPr/>
          <p:nvPr/>
        </p:nvGrpSpPr>
        <p:grpSpPr>
          <a:xfrm>
            <a:off x="7853691" y="1055825"/>
            <a:ext cx="745600" cy="385788"/>
            <a:chOff x="7518850" y="258820"/>
            <a:chExt cx="745600" cy="385788"/>
          </a:xfrm>
        </p:grpSpPr>
        <p:sp>
          <p:nvSpPr>
            <p:cNvPr id="667" name="Google Shape;667;p22"/>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2"/>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9" name="Google Shape;669;p22"/>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0" name="Google Shape;670;p22"/>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671" name="Google Shape;671;p22"/>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2" name="Google Shape;672;p22"/>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673" name="Google Shape;673;p22"/>
          <p:cNvSpPr/>
          <p:nvPr/>
        </p:nvSpPr>
        <p:spPr>
          <a:xfrm>
            <a:off x="787351" y="355400"/>
            <a:ext cx="75693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Ease of Use: Advanced​</a:t>
            </a:r>
            <a:endParaRPr b="1" sz="3600">
              <a:solidFill>
                <a:srgbClr val="262626"/>
              </a:solidFill>
              <a:latin typeface="Tahoma"/>
              <a:ea typeface="Tahoma"/>
              <a:cs typeface="Tahoma"/>
              <a:sym typeface="Tahoma"/>
            </a:endParaRPr>
          </a:p>
        </p:txBody>
      </p:sp>
      <p:sp>
        <p:nvSpPr>
          <p:cNvPr id="674" name="Google Shape;674;p22"/>
          <p:cNvSpPr txBox="1"/>
          <p:nvPr/>
        </p:nvSpPr>
        <p:spPr>
          <a:xfrm>
            <a:off x="5312207" y="1899694"/>
            <a:ext cx="1073100" cy="1073100"/>
          </a:xfrm>
          <a:prstGeom prst="rect">
            <a:avLst/>
          </a:prstGeom>
          <a:noFill/>
          <a:ln>
            <a:noFill/>
          </a:ln>
        </p:spPr>
        <p:txBody>
          <a:bodyPr anchorCtr="0" anchor="ctr" bIns="32700" lIns="32700" spcFirstLastPara="1" rIns="32700" wrap="square" tIns="32700">
            <a:noAutofit/>
          </a:bodyPr>
          <a:lstStyle/>
          <a:p>
            <a:pPr indent="0" lvl="0" marL="0" rtl="0" algn="l">
              <a:spcBef>
                <a:spcPts val="0"/>
              </a:spcBef>
              <a:spcAft>
                <a:spcPts val="0"/>
              </a:spcAft>
              <a:buNone/>
            </a:pPr>
            <a:r>
              <a:rPr lang="en" sz="501"/>
              <a:t> </a:t>
            </a:r>
            <a:endParaRPr sz="501"/>
          </a:p>
        </p:txBody>
      </p:sp>
      <p:sp>
        <p:nvSpPr>
          <p:cNvPr id="675" name="Google Shape;675;p22"/>
          <p:cNvSpPr txBox="1"/>
          <p:nvPr/>
        </p:nvSpPr>
        <p:spPr>
          <a:xfrm>
            <a:off x="5357048" y="2039963"/>
            <a:ext cx="1042500" cy="1042500"/>
          </a:xfrm>
          <a:prstGeom prst="rect">
            <a:avLst/>
          </a:prstGeom>
          <a:noFill/>
          <a:ln>
            <a:noFill/>
          </a:ln>
        </p:spPr>
        <p:txBody>
          <a:bodyPr anchorCtr="0" anchor="ctr" bIns="31775" lIns="31775" spcFirstLastPara="1" rIns="31775" wrap="square" tIns="31775">
            <a:noAutofit/>
          </a:bodyPr>
          <a:lstStyle/>
          <a:p>
            <a:pPr indent="0" lvl="0" marL="0" rtl="0" algn="l">
              <a:spcBef>
                <a:spcPts val="0"/>
              </a:spcBef>
              <a:spcAft>
                <a:spcPts val="0"/>
              </a:spcAft>
              <a:buNone/>
            </a:pPr>
            <a:r>
              <a:rPr lang="en" sz="487"/>
              <a:t> </a:t>
            </a:r>
            <a:endParaRPr sz="487"/>
          </a:p>
        </p:txBody>
      </p:sp>
      <p:pic>
        <p:nvPicPr>
          <p:cNvPr descr="A screenshot of a computer&#10;&#10;AI-generated content may be incorrect." id="676" name="Google Shape;676;p22"/>
          <p:cNvPicPr preferRelativeResize="0"/>
          <p:nvPr/>
        </p:nvPicPr>
        <p:blipFill>
          <a:blip r:embed="rId5">
            <a:alphaModFix/>
          </a:blip>
          <a:stretch>
            <a:fillRect/>
          </a:stretch>
        </p:blipFill>
        <p:spPr>
          <a:xfrm>
            <a:off x="5238850" y="1824450"/>
            <a:ext cx="3308100" cy="2067530"/>
          </a:xfrm>
          <a:prstGeom prst="rect">
            <a:avLst/>
          </a:prstGeom>
          <a:noFill/>
          <a:ln>
            <a:noFill/>
          </a:ln>
        </p:spPr>
      </p:pic>
      <p:sp>
        <p:nvSpPr>
          <p:cNvPr id="677" name="Google Shape;677;p22"/>
          <p:cNvSpPr txBox="1"/>
          <p:nvPr/>
        </p:nvSpPr>
        <p:spPr>
          <a:xfrm>
            <a:off x="5362957" y="1236916"/>
            <a:ext cx="1158300" cy="1158300"/>
          </a:xfrm>
          <a:prstGeom prst="rect">
            <a:avLst/>
          </a:prstGeom>
          <a:noFill/>
          <a:ln>
            <a:noFill/>
          </a:ln>
        </p:spPr>
        <p:txBody>
          <a:bodyPr anchorCtr="0" anchor="ctr" bIns="35300" lIns="35300" spcFirstLastPara="1" rIns="35300" wrap="square" tIns="35300">
            <a:noAutofit/>
          </a:bodyPr>
          <a:lstStyle/>
          <a:p>
            <a:pPr indent="0" lvl="0" marL="0" rtl="0" algn="l">
              <a:spcBef>
                <a:spcPts val="0"/>
              </a:spcBef>
              <a:spcAft>
                <a:spcPts val="0"/>
              </a:spcAft>
              <a:buNone/>
            </a:pPr>
            <a:r>
              <a:rPr lang="en" sz="541"/>
              <a:t> </a:t>
            </a:r>
            <a:endParaRPr sz="54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1" name="Shape 681"/>
        <p:cNvGrpSpPr/>
        <p:nvPr/>
      </p:nvGrpSpPr>
      <p:grpSpPr>
        <a:xfrm>
          <a:off x="0" y="0"/>
          <a:ext cx="0" cy="0"/>
          <a:chOff x="0" y="0"/>
          <a:chExt cx="0" cy="0"/>
        </a:xfrm>
      </p:grpSpPr>
      <p:sp>
        <p:nvSpPr>
          <p:cNvPr id="682" name="Google Shape;682;p23"/>
          <p:cNvSpPr/>
          <p:nvPr/>
        </p:nvSpPr>
        <p:spPr>
          <a:xfrm>
            <a:off x="521600"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3" name="Google Shape;683;p23"/>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4" name="Google Shape;684;p23"/>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85" name="Google Shape;685;p23"/>
          <p:cNvGrpSpPr/>
          <p:nvPr/>
        </p:nvGrpSpPr>
        <p:grpSpPr>
          <a:xfrm>
            <a:off x="7890091" y="9500"/>
            <a:ext cx="745600" cy="385788"/>
            <a:chOff x="7518850" y="258820"/>
            <a:chExt cx="745600" cy="385788"/>
          </a:xfrm>
        </p:grpSpPr>
        <p:sp>
          <p:nvSpPr>
            <p:cNvPr id="686" name="Google Shape;686;p23"/>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3"/>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8" name="Google Shape;688;p23"/>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9" name="Google Shape;689;p23"/>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690" name="Google Shape;690;p23"/>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1" name="Google Shape;691;p23"/>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692" name="Google Shape;692;p23"/>
          <p:cNvSpPr/>
          <p:nvPr/>
        </p:nvSpPr>
        <p:spPr>
          <a:xfrm>
            <a:off x="1085688" y="387313"/>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Computer Terminology</a:t>
            </a:r>
            <a:endParaRPr b="1" sz="3600">
              <a:solidFill>
                <a:srgbClr val="262626"/>
              </a:solidFill>
              <a:latin typeface="Tahoma"/>
              <a:ea typeface="Tahoma"/>
              <a:cs typeface="Tahoma"/>
              <a:sym typeface="Tahoma"/>
            </a:endParaRPr>
          </a:p>
        </p:txBody>
      </p:sp>
      <p:sp>
        <p:nvSpPr>
          <p:cNvPr id="693" name="Google Shape;693;p23"/>
          <p:cNvSpPr/>
          <p:nvPr/>
        </p:nvSpPr>
        <p:spPr>
          <a:xfrm>
            <a:off x="4572150" y="1198952"/>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23"/>
          <p:cNvSpPr/>
          <p:nvPr/>
        </p:nvSpPr>
        <p:spPr>
          <a:xfrm>
            <a:off x="4572050" y="1198952"/>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95" name="Google Shape;695;p23"/>
          <p:cNvGrpSpPr/>
          <p:nvPr/>
        </p:nvGrpSpPr>
        <p:grpSpPr>
          <a:xfrm>
            <a:off x="4572150" y="1182002"/>
            <a:ext cx="2768206" cy="235500"/>
            <a:chOff x="894600" y="1165100"/>
            <a:chExt cx="2768206" cy="235500"/>
          </a:xfrm>
        </p:grpSpPr>
        <p:sp>
          <p:nvSpPr>
            <p:cNvPr id="696" name="Google Shape;696;p23"/>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97" name="Google Shape;697;p23"/>
            <p:cNvGrpSpPr/>
            <p:nvPr/>
          </p:nvGrpSpPr>
          <p:grpSpPr>
            <a:xfrm>
              <a:off x="894600" y="1165100"/>
              <a:ext cx="2768206" cy="235500"/>
              <a:chOff x="894600" y="1165100"/>
              <a:chExt cx="2768206" cy="235500"/>
            </a:xfrm>
          </p:grpSpPr>
          <p:sp>
            <p:nvSpPr>
              <p:cNvPr id="698" name="Google Shape;698;p23"/>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699" name="Google Shape;699;p23"/>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700" name="Google Shape;700;p23"/>
          <p:cNvSpPr/>
          <p:nvPr/>
        </p:nvSpPr>
        <p:spPr>
          <a:xfrm>
            <a:off x="4572000" y="1435252"/>
            <a:ext cx="4063800" cy="3492600"/>
          </a:xfrm>
          <a:prstGeom prst="roundRect">
            <a:avLst>
              <a:gd fmla="val 0" name="adj"/>
            </a:avLst>
          </a:prstGeom>
          <a:noFill/>
          <a:ln>
            <a:noFill/>
          </a:ln>
        </p:spPr>
        <p:txBody>
          <a:bodyPr anchorCtr="0" anchor="ctr" bIns="91425" lIns="91425" spcFirstLastPara="1" rIns="91425" wrap="square" tIns="91425">
            <a:noAutofit/>
          </a:bodyPr>
          <a:lstStyle/>
          <a:p>
            <a:pPr indent="-323850" lvl="0" marL="457200" rtl="0" algn="l">
              <a:lnSpc>
                <a:spcPct val="115000"/>
              </a:lnSpc>
              <a:spcBef>
                <a:spcPts val="1200"/>
              </a:spcBef>
              <a:spcAft>
                <a:spcPts val="0"/>
              </a:spcAft>
              <a:buClr>
                <a:srgbClr val="F3F3F3"/>
              </a:buClr>
              <a:buSzPts val="1500"/>
              <a:buFont typeface="Consolas"/>
              <a:buChar char="●"/>
            </a:pPr>
            <a:r>
              <a:rPr lang="en" sz="1500">
                <a:solidFill>
                  <a:srgbClr val="F3F3F3"/>
                </a:solidFill>
                <a:latin typeface="Consolas"/>
                <a:ea typeface="Consolas"/>
                <a:cs typeface="Consolas"/>
                <a:sym typeface="Consolas"/>
              </a:rPr>
              <a:t>Storage Device (Drive)​</a:t>
            </a:r>
            <a:endParaRPr sz="1500">
              <a:solidFill>
                <a:srgbClr val="F3F3F3"/>
              </a:solidFill>
              <a:latin typeface="Consolas"/>
              <a:ea typeface="Consolas"/>
              <a:cs typeface="Consolas"/>
              <a:sym typeface="Consolas"/>
            </a:endParaRPr>
          </a:p>
          <a:p>
            <a:pPr indent="-323850" lvl="1" marL="914400" rtl="0" algn="l">
              <a:lnSpc>
                <a:spcPct val="115000"/>
              </a:lnSpc>
              <a:spcBef>
                <a:spcPts val="0"/>
              </a:spcBef>
              <a:spcAft>
                <a:spcPts val="0"/>
              </a:spcAft>
              <a:buClr>
                <a:srgbClr val="F3F3F3"/>
              </a:buClr>
              <a:buSzPts val="1500"/>
              <a:buFont typeface="Consolas"/>
              <a:buChar char="○"/>
            </a:pPr>
            <a:r>
              <a:rPr lang="en" sz="1500">
                <a:solidFill>
                  <a:srgbClr val="F3F3F3"/>
                </a:solidFill>
                <a:latin typeface="Consolas"/>
                <a:ea typeface="Consolas"/>
                <a:cs typeface="Consolas"/>
                <a:sym typeface="Consolas"/>
              </a:rPr>
              <a:t>Such as a hard disk drive, solid-state drive, or USB flash drive​</a:t>
            </a:r>
            <a:endParaRPr sz="1500">
              <a:solidFill>
                <a:srgbClr val="F3F3F3"/>
              </a:solidFill>
              <a:latin typeface="Consolas"/>
              <a:ea typeface="Consolas"/>
              <a:cs typeface="Consolas"/>
              <a:sym typeface="Consolas"/>
            </a:endParaRPr>
          </a:p>
          <a:p>
            <a:pPr indent="-323850" lvl="0" marL="457200" rtl="0" algn="l">
              <a:lnSpc>
                <a:spcPct val="115000"/>
              </a:lnSpc>
              <a:spcBef>
                <a:spcPts val="0"/>
              </a:spcBef>
              <a:spcAft>
                <a:spcPts val="0"/>
              </a:spcAft>
              <a:buClr>
                <a:srgbClr val="F3F3F3"/>
              </a:buClr>
              <a:buSzPts val="1500"/>
              <a:buFont typeface="Consolas"/>
              <a:buChar char="●"/>
            </a:pPr>
            <a:r>
              <a:rPr lang="en" sz="1500">
                <a:solidFill>
                  <a:srgbClr val="F3F3F3"/>
                </a:solidFill>
                <a:latin typeface="Consolas"/>
                <a:ea typeface="Consolas"/>
                <a:cs typeface="Consolas"/>
                <a:sym typeface="Consolas"/>
              </a:rPr>
              <a:t>Partition​</a:t>
            </a:r>
            <a:endParaRPr sz="1500">
              <a:solidFill>
                <a:srgbClr val="F3F3F3"/>
              </a:solidFill>
              <a:latin typeface="Consolas"/>
              <a:ea typeface="Consolas"/>
              <a:cs typeface="Consolas"/>
              <a:sym typeface="Consolas"/>
            </a:endParaRPr>
          </a:p>
          <a:p>
            <a:pPr indent="-323850" lvl="1" marL="914400" rtl="0" algn="l">
              <a:lnSpc>
                <a:spcPct val="115000"/>
              </a:lnSpc>
              <a:spcBef>
                <a:spcPts val="0"/>
              </a:spcBef>
              <a:spcAft>
                <a:spcPts val="0"/>
              </a:spcAft>
              <a:buClr>
                <a:srgbClr val="F3F3F3"/>
              </a:buClr>
              <a:buSzPts val="1500"/>
              <a:buFont typeface="Consolas"/>
              <a:buChar char="○"/>
            </a:pPr>
            <a:r>
              <a:rPr lang="en" sz="1500">
                <a:solidFill>
                  <a:srgbClr val="F3F3F3"/>
                </a:solidFill>
                <a:latin typeface="Consolas"/>
                <a:ea typeface="Consolas"/>
                <a:cs typeface="Consolas"/>
                <a:sym typeface="Consolas"/>
              </a:rPr>
              <a:t>Divides a drive into regions​</a:t>
            </a:r>
            <a:endParaRPr sz="1500">
              <a:solidFill>
                <a:srgbClr val="F3F3F3"/>
              </a:solidFill>
              <a:latin typeface="Consolas"/>
              <a:ea typeface="Consolas"/>
              <a:cs typeface="Consolas"/>
              <a:sym typeface="Consolas"/>
            </a:endParaRPr>
          </a:p>
          <a:p>
            <a:pPr indent="-323850" lvl="0" marL="457200" rtl="0" algn="l">
              <a:lnSpc>
                <a:spcPct val="115000"/>
              </a:lnSpc>
              <a:spcBef>
                <a:spcPts val="0"/>
              </a:spcBef>
              <a:spcAft>
                <a:spcPts val="0"/>
              </a:spcAft>
              <a:buClr>
                <a:srgbClr val="F3F3F3"/>
              </a:buClr>
              <a:buSzPts val="1500"/>
              <a:buFont typeface="Consolas"/>
              <a:buChar char="●"/>
            </a:pPr>
            <a:r>
              <a:rPr lang="en" sz="1500">
                <a:solidFill>
                  <a:srgbClr val="F3F3F3"/>
                </a:solidFill>
                <a:latin typeface="Consolas"/>
                <a:ea typeface="Consolas"/>
                <a:cs typeface="Consolas"/>
                <a:sym typeface="Consolas"/>
              </a:rPr>
              <a:t>File System​</a:t>
            </a:r>
            <a:endParaRPr sz="1500">
              <a:solidFill>
                <a:srgbClr val="F3F3F3"/>
              </a:solidFill>
              <a:latin typeface="Consolas"/>
              <a:ea typeface="Consolas"/>
              <a:cs typeface="Consolas"/>
              <a:sym typeface="Consolas"/>
            </a:endParaRPr>
          </a:p>
          <a:p>
            <a:pPr indent="-323850" lvl="1" marL="914400" rtl="0" algn="l">
              <a:lnSpc>
                <a:spcPct val="115000"/>
              </a:lnSpc>
              <a:spcBef>
                <a:spcPts val="0"/>
              </a:spcBef>
              <a:spcAft>
                <a:spcPts val="0"/>
              </a:spcAft>
              <a:buClr>
                <a:srgbClr val="F3F3F3"/>
              </a:buClr>
              <a:buSzPts val="1500"/>
              <a:buFont typeface="Consolas"/>
              <a:buChar char="○"/>
            </a:pPr>
            <a:r>
              <a:rPr lang="en" sz="1500">
                <a:solidFill>
                  <a:srgbClr val="F3F3F3"/>
                </a:solidFill>
                <a:latin typeface="Consolas"/>
                <a:ea typeface="Consolas"/>
                <a:cs typeface="Consolas"/>
                <a:sym typeface="Consolas"/>
              </a:rPr>
              <a:t>Organizational system of a drive partition​</a:t>
            </a:r>
            <a:endParaRPr sz="1500">
              <a:solidFill>
                <a:srgbClr val="F3F3F3"/>
              </a:solidFill>
              <a:latin typeface="Consolas"/>
              <a:ea typeface="Consolas"/>
              <a:cs typeface="Consolas"/>
              <a:sym typeface="Consolas"/>
            </a:endParaRPr>
          </a:p>
          <a:p>
            <a:pPr indent="-323850" lvl="0" marL="457200" rtl="0" algn="l">
              <a:lnSpc>
                <a:spcPct val="115000"/>
              </a:lnSpc>
              <a:spcBef>
                <a:spcPts val="0"/>
              </a:spcBef>
              <a:spcAft>
                <a:spcPts val="0"/>
              </a:spcAft>
              <a:buClr>
                <a:srgbClr val="F3F3F3"/>
              </a:buClr>
              <a:buSzPts val="1500"/>
              <a:buFont typeface="Consolas"/>
              <a:buChar char="●"/>
            </a:pPr>
            <a:r>
              <a:rPr lang="en" sz="1500">
                <a:solidFill>
                  <a:srgbClr val="F3F3F3"/>
                </a:solidFill>
                <a:latin typeface="Consolas"/>
                <a:ea typeface="Consolas"/>
                <a:cs typeface="Consolas"/>
                <a:sym typeface="Consolas"/>
              </a:rPr>
              <a:t>Installation Media​</a:t>
            </a:r>
            <a:endParaRPr sz="1500">
              <a:solidFill>
                <a:srgbClr val="F3F3F3"/>
              </a:solidFill>
              <a:latin typeface="Consolas"/>
              <a:ea typeface="Consolas"/>
              <a:cs typeface="Consolas"/>
              <a:sym typeface="Consolas"/>
            </a:endParaRPr>
          </a:p>
          <a:p>
            <a:pPr indent="-323850" lvl="1" marL="914400" rtl="0" algn="l">
              <a:lnSpc>
                <a:spcPct val="115000"/>
              </a:lnSpc>
              <a:spcBef>
                <a:spcPts val="0"/>
              </a:spcBef>
              <a:spcAft>
                <a:spcPts val="0"/>
              </a:spcAft>
              <a:buClr>
                <a:srgbClr val="F3F3F3"/>
              </a:buClr>
              <a:buSzPts val="1500"/>
              <a:buFont typeface="Consolas"/>
              <a:buChar char="○"/>
            </a:pPr>
            <a:r>
              <a:rPr lang="en" sz="1500">
                <a:solidFill>
                  <a:srgbClr val="F3F3F3"/>
                </a:solidFill>
                <a:latin typeface="Consolas"/>
                <a:ea typeface="Consolas"/>
                <a:cs typeface="Consolas"/>
                <a:sym typeface="Consolas"/>
              </a:rPr>
              <a:t>Commonly use the .ISO file extension​</a:t>
            </a:r>
            <a:endParaRPr sz="1500">
              <a:solidFill>
                <a:srgbClr val="F3F3F3"/>
              </a:solidFill>
              <a:latin typeface="Consolas"/>
              <a:ea typeface="Consolas"/>
              <a:cs typeface="Consolas"/>
              <a:sym typeface="Consolas"/>
            </a:endParaRPr>
          </a:p>
        </p:txBody>
      </p:sp>
      <p:grpSp>
        <p:nvGrpSpPr>
          <p:cNvPr id="701" name="Google Shape;701;p23"/>
          <p:cNvGrpSpPr/>
          <p:nvPr/>
        </p:nvGrpSpPr>
        <p:grpSpPr>
          <a:xfrm>
            <a:off x="8040883" y="1086149"/>
            <a:ext cx="569648" cy="349096"/>
            <a:chOff x="8367425" y="992000"/>
            <a:chExt cx="605944" cy="371339"/>
          </a:xfrm>
        </p:grpSpPr>
        <p:sp>
          <p:nvSpPr>
            <p:cNvPr id="702" name="Google Shape;702;p23"/>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703" name="Google Shape;703;p23"/>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704" name="Google Shape;704;p23"/>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705" name="Google Shape;705;p23"/>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706" name="Google Shape;706;p23"/>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707" name="Google Shape;707;p23"/>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708" name="Google Shape;708;p23"/>
          <p:cNvSpPr/>
          <p:nvPr/>
        </p:nvSpPr>
        <p:spPr>
          <a:xfrm>
            <a:off x="521675"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9" name="Google Shape;709;p23"/>
          <p:cNvSpPr/>
          <p:nvPr/>
        </p:nvSpPr>
        <p:spPr>
          <a:xfrm>
            <a:off x="521675"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0" name="Google Shape;710;p23"/>
          <p:cNvSpPr/>
          <p:nvPr/>
        </p:nvSpPr>
        <p:spPr>
          <a:xfrm>
            <a:off x="521675"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1" name="Google Shape;711;p23"/>
          <p:cNvSpPr/>
          <p:nvPr/>
        </p:nvSpPr>
        <p:spPr>
          <a:xfrm>
            <a:off x="521671"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2" name="Google Shape;712;p23"/>
          <p:cNvSpPr txBox="1"/>
          <p:nvPr/>
        </p:nvSpPr>
        <p:spPr>
          <a:xfrm>
            <a:off x="521600"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713" name="Google Shape;713;p23"/>
          <p:cNvPicPr preferRelativeResize="0"/>
          <p:nvPr/>
        </p:nvPicPr>
        <p:blipFill>
          <a:blip r:embed="rId4">
            <a:alphaModFix/>
          </a:blip>
          <a:stretch>
            <a:fillRect/>
          </a:stretch>
        </p:blipFill>
        <p:spPr>
          <a:xfrm>
            <a:off x="547900" y="1548273"/>
            <a:ext cx="450650" cy="2295025"/>
          </a:xfrm>
          <a:prstGeom prst="rect">
            <a:avLst/>
          </a:prstGeom>
          <a:noFill/>
          <a:ln>
            <a:noFill/>
          </a:ln>
        </p:spPr>
      </p:pic>
      <p:sp>
        <p:nvSpPr>
          <p:cNvPr id="714" name="Google Shape;714;p23"/>
          <p:cNvSpPr/>
          <p:nvPr/>
        </p:nvSpPr>
        <p:spPr>
          <a:xfrm>
            <a:off x="641100"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5" name="Google Shape;715;p23"/>
          <p:cNvSpPr/>
          <p:nvPr/>
        </p:nvSpPr>
        <p:spPr>
          <a:xfrm>
            <a:off x="939800"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6" name="Google Shape;716;p23"/>
          <p:cNvSpPr/>
          <p:nvPr/>
        </p:nvSpPr>
        <p:spPr>
          <a:xfrm>
            <a:off x="939800"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7" name="Google Shape;717;p23"/>
          <p:cNvSpPr/>
          <p:nvPr/>
        </p:nvSpPr>
        <p:spPr>
          <a:xfrm>
            <a:off x="1089700"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8" name="Google Shape;718;p23"/>
          <p:cNvSpPr/>
          <p:nvPr/>
        </p:nvSpPr>
        <p:spPr>
          <a:xfrm>
            <a:off x="1089700"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9" name="Google Shape;719;p23"/>
          <p:cNvSpPr/>
          <p:nvPr/>
        </p:nvSpPr>
        <p:spPr>
          <a:xfrm>
            <a:off x="1231600"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0" name="Google Shape;720;p23"/>
          <p:cNvSpPr/>
          <p:nvPr/>
        </p:nvSpPr>
        <p:spPr>
          <a:xfrm>
            <a:off x="1231600"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1" name="Google Shape;721;p23"/>
          <p:cNvSpPr/>
          <p:nvPr/>
        </p:nvSpPr>
        <p:spPr>
          <a:xfrm>
            <a:off x="1381500"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2" name="Google Shape;722;p23"/>
          <p:cNvSpPr/>
          <p:nvPr/>
        </p:nvSpPr>
        <p:spPr>
          <a:xfrm>
            <a:off x="1381500"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3" name="Google Shape;723;p23"/>
          <p:cNvSpPr/>
          <p:nvPr/>
        </p:nvSpPr>
        <p:spPr>
          <a:xfrm>
            <a:off x="1531400"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4" name="Google Shape;724;p23"/>
          <p:cNvSpPr/>
          <p:nvPr/>
        </p:nvSpPr>
        <p:spPr>
          <a:xfrm>
            <a:off x="1531400"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5" name="Google Shape;725;p23"/>
          <p:cNvSpPr/>
          <p:nvPr/>
        </p:nvSpPr>
        <p:spPr>
          <a:xfrm>
            <a:off x="1681300"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6" name="Google Shape;726;p23"/>
          <p:cNvSpPr/>
          <p:nvPr/>
        </p:nvSpPr>
        <p:spPr>
          <a:xfrm>
            <a:off x="1681300"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7" name="Google Shape;727;p23"/>
          <p:cNvSpPr/>
          <p:nvPr/>
        </p:nvSpPr>
        <p:spPr>
          <a:xfrm>
            <a:off x="1823200"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8" name="Google Shape;728;p23"/>
          <p:cNvSpPr/>
          <p:nvPr/>
        </p:nvSpPr>
        <p:spPr>
          <a:xfrm>
            <a:off x="1823200"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9" name="Google Shape;729;p23"/>
          <p:cNvSpPr/>
          <p:nvPr/>
        </p:nvSpPr>
        <p:spPr>
          <a:xfrm>
            <a:off x="1973100"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0" name="Google Shape;730;p23"/>
          <p:cNvSpPr/>
          <p:nvPr/>
        </p:nvSpPr>
        <p:spPr>
          <a:xfrm>
            <a:off x="1973100"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1" name="Google Shape;731;p23"/>
          <p:cNvSpPr/>
          <p:nvPr/>
        </p:nvSpPr>
        <p:spPr>
          <a:xfrm>
            <a:off x="2123000"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2" name="Google Shape;732;p23"/>
          <p:cNvSpPr/>
          <p:nvPr/>
        </p:nvSpPr>
        <p:spPr>
          <a:xfrm>
            <a:off x="2123000"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3" name="Google Shape;733;p23"/>
          <p:cNvSpPr/>
          <p:nvPr/>
        </p:nvSpPr>
        <p:spPr>
          <a:xfrm>
            <a:off x="2272900"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4" name="Google Shape;734;p23"/>
          <p:cNvSpPr/>
          <p:nvPr/>
        </p:nvSpPr>
        <p:spPr>
          <a:xfrm>
            <a:off x="2272900"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5" name="Google Shape;735;p23"/>
          <p:cNvSpPr/>
          <p:nvPr/>
        </p:nvSpPr>
        <p:spPr>
          <a:xfrm>
            <a:off x="2422800"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6" name="Google Shape;736;p23"/>
          <p:cNvSpPr/>
          <p:nvPr/>
        </p:nvSpPr>
        <p:spPr>
          <a:xfrm>
            <a:off x="2422800"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7" name="Google Shape;737;p23"/>
          <p:cNvSpPr/>
          <p:nvPr/>
        </p:nvSpPr>
        <p:spPr>
          <a:xfrm>
            <a:off x="2572700"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8" name="Google Shape;738;p23"/>
          <p:cNvSpPr/>
          <p:nvPr/>
        </p:nvSpPr>
        <p:spPr>
          <a:xfrm>
            <a:off x="2572700"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9" name="Google Shape;739;p23"/>
          <p:cNvSpPr/>
          <p:nvPr/>
        </p:nvSpPr>
        <p:spPr>
          <a:xfrm>
            <a:off x="2714600"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0" name="Google Shape;740;p23"/>
          <p:cNvSpPr/>
          <p:nvPr/>
        </p:nvSpPr>
        <p:spPr>
          <a:xfrm>
            <a:off x="2714600"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1" name="Google Shape;741;p23"/>
          <p:cNvSpPr/>
          <p:nvPr/>
        </p:nvSpPr>
        <p:spPr>
          <a:xfrm>
            <a:off x="2864500"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2" name="Google Shape;742;p23"/>
          <p:cNvSpPr/>
          <p:nvPr/>
        </p:nvSpPr>
        <p:spPr>
          <a:xfrm>
            <a:off x="2864500"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3" name="Google Shape;743;p23"/>
          <p:cNvSpPr/>
          <p:nvPr/>
        </p:nvSpPr>
        <p:spPr>
          <a:xfrm>
            <a:off x="754611"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4" name="Google Shape;744;p23"/>
          <p:cNvSpPr/>
          <p:nvPr/>
        </p:nvSpPr>
        <p:spPr>
          <a:xfrm>
            <a:off x="694686"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23"/>
          <p:cNvSpPr/>
          <p:nvPr/>
        </p:nvSpPr>
        <p:spPr>
          <a:xfrm>
            <a:off x="521600" y="4720025"/>
            <a:ext cx="3827400" cy="1713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6" name="Google Shape;746;p23"/>
          <p:cNvSpPr/>
          <p:nvPr/>
        </p:nvSpPr>
        <p:spPr>
          <a:xfrm>
            <a:off x="521675" y="1195025"/>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7" name="Google Shape;747;p23"/>
          <p:cNvSpPr txBox="1"/>
          <p:nvPr/>
        </p:nvSpPr>
        <p:spPr>
          <a:xfrm>
            <a:off x="519000" y="4733825"/>
            <a:ext cx="1845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For Help, click Help Topics on the Help Menu.</a:t>
            </a:r>
            <a:endParaRPr sz="700">
              <a:solidFill>
                <a:schemeClr val="accent2"/>
              </a:solidFill>
              <a:latin typeface="Tahoma"/>
              <a:ea typeface="Tahoma"/>
              <a:cs typeface="Tahoma"/>
              <a:sym typeface="Tahoma"/>
            </a:endParaRPr>
          </a:p>
        </p:txBody>
      </p:sp>
      <p:sp>
        <p:nvSpPr>
          <p:cNvPr id="748" name="Google Shape;748;p23"/>
          <p:cNvSpPr/>
          <p:nvPr/>
        </p:nvSpPr>
        <p:spPr>
          <a:xfrm>
            <a:off x="1024775"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9" name="Google Shape;749;p23"/>
          <p:cNvSpPr txBox="1"/>
          <p:nvPr/>
        </p:nvSpPr>
        <p:spPr>
          <a:xfrm>
            <a:off x="508300"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sp>
        <p:nvSpPr>
          <p:cNvPr id="750" name="Google Shape;750;p23"/>
          <p:cNvSpPr txBox="1"/>
          <p:nvPr/>
        </p:nvSpPr>
        <p:spPr>
          <a:xfrm>
            <a:off x="1587425" y="2316638"/>
            <a:ext cx="2182800" cy="129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F3F3F3"/>
                </a:solidFill>
                <a:latin typeface="Tahoma"/>
                <a:ea typeface="Tahoma"/>
                <a:cs typeface="Tahoma"/>
                <a:sym typeface="Tahoma"/>
              </a:rPr>
              <a:t>Image Goes Here</a:t>
            </a:r>
            <a:endParaRPr sz="3200">
              <a:solidFill>
                <a:srgbClr val="F3F3F3"/>
              </a:solidFill>
              <a:latin typeface="Tahoma"/>
              <a:ea typeface="Tahoma"/>
              <a:cs typeface="Tahoma"/>
              <a:sym typeface="Tahoma"/>
            </a:endParaRPr>
          </a:p>
        </p:txBody>
      </p:sp>
      <p:grpSp>
        <p:nvGrpSpPr>
          <p:cNvPr id="751" name="Google Shape;751;p23"/>
          <p:cNvGrpSpPr/>
          <p:nvPr/>
        </p:nvGrpSpPr>
        <p:grpSpPr>
          <a:xfrm>
            <a:off x="3639616" y="1055825"/>
            <a:ext cx="745600" cy="385788"/>
            <a:chOff x="7518850" y="258820"/>
            <a:chExt cx="745600" cy="385788"/>
          </a:xfrm>
        </p:grpSpPr>
        <p:sp>
          <p:nvSpPr>
            <p:cNvPr id="752" name="Google Shape;752;p23"/>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3"/>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4" name="Google Shape;754;p23"/>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5" name="Google Shape;755;p23"/>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756" name="Google Shape;756;p23"/>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7" name="Google Shape;757;p23"/>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pic>
        <p:nvPicPr>
          <p:cNvPr descr="undefined" id="758" name="Google Shape;758;p23"/>
          <p:cNvPicPr preferRelativeResize="0"/>
          <p:nvPr/>
        </p:nvPicPr>
        <p:blipFill>
          <a:blip r:embed="rId5">
            <a:alphaModFix/>
          </a:blip>
          <a:stretch>
            <a:fillRect/>
          </a:stretch>
        </p:blipFill>
        <p:spPr>
          <a:xfrm>
            <a:off x="1311150" y="1579371"/>
            <a:ext cx="2735349" cy="2705291"/>
          </a:xfrm>
          <a:prstGeom prst="rect">
            <a:avLst/>
          </a:prstGeom>
          <a:noFill/>
          <a:ln>
            <a:noFill/>
          </a:ln>
        </p:spPr>
      </p:pic>
      <p:sp>
        <p:nvSpPr>
          <p:cNvPr id="759" name="Google Shape;759;p23"/>
          <p:cNvSpPr txBox="1"/>
          <p:nvPr/>
        </p:nvSpPr>
        <p:spPr>
          <a:xfrm>
            <a:off x="1345482" y="1608228"/>
            <a:ext cx="1578000" cy="1578000"/>
          </a:xfrm>
          <a:prstGeom prst="rect">
            <a:avLst/>
          </a:prstGeom>
          <a:noFill/>
          <a:ln>
            <a:noFill/>
          </a:ln>
        </p:spPr>
        <p:txBody>
          <a:bodyPr anchorCtr="0" anchor="ctr" bIns="48075" lIns="48075" spcFirstLastPara="1" rIns="48075" wrap="square" tIns="48075">
            <a:noAutofit/>
          </a:bodyPr>
          <a:lstStyle/>
          <a:p>
            <a:pPr indent="0" lvl="0" marL="0" rtl="0" algn="l">
              <a:spcBef>
                <a:spcPts val="0"/>
              </a:spcBef>
              <a:spcAft>
                <a:spcPts val="0"/>
              </a:spcAft>
              <a:buNone/>
            </a:pPr>
            <a:r>
              <a:rPr lang="en" sz="736"/>
              <a:t> </a:t>
            </a:r>
            <a:endParaRPr sz="736"/>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3" name="Shape 763"/>
        <p:cNvGrpSpPr/>
        <p:nvPr/>
      </p:nvGrpSpPr>
      <p:grpSpPr>
        <a:xfrm>
          <a:off x="0" y="0"/>
          <a:ext cx="0" cy="0"/>
          <a:chOff x="0" y="0"/>
          <a:chExt cx="0" cy="0"/>
        </a:xfrm>
      </p:grpSpPr>
      <p:sp>
        <p:nvSpPr>
          <p:cNvPr id="764" name="Google Shape;764;p24"/>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5" name="Google Shape;765;p24"/>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66" name="Google Shape;766;p24"/>
          <p:cNvGrpSpPr/>
          <p:nvPr/>
        </p:nvGrpSpPr>
        <p:grpSpPr>
          <a:xfrm>
            <a:off x="8001078" y="1069247"/>
            <a:ext cx="569648" cy="349096"/>
            <a:chOff x="8367425" y="992000"/>
            <a:chExt cx="605944" cy="371339"/>
          </a:xfrm>
        </p:grpSpPr>
        <p:sp>
          <p:nvSpPr>
            <p:cNvPr id="767" name="Google Shape;767;p24"/>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768" name="Google Shape;768;p24"/>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769" name="Google Shape;769;p24"/>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770" name="Google Shape;770;p24"/>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771" name="Google Shape;771;p24"/>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772" name="Google Shape;772;p24"/>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773" name="Google Shape;773;p24"/>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774" name="Google Shape;774;p24"/>
          <p:cNvGrpSpPr/>
          <p:nvPr/>
        </p:nvGrpSpPr>
        <p:grpSpPr>
          <a:xfrm>
            <a:off x="508338" y="1169600"/>
            <a:ext cx="325800" cy="226500"/>
            <a:chOff x="1280775" y="1182975"/>
            <a:chExt cx="325800" cy="226500"/>
          </a:xfrm>
        </p:grpSpPr>
        <p:sp>
          <p:nvSpPr>
            <p:cNvPr id="775" name="Google Shape;775;p24"/>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6" name="Google Shape;776;p24"/>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777" name="Google Shape;777;p24"/>
          <p:cNvSpPr/>
          <p:nvPr/>
        </p:nvSpPr>
        <p:spPr>
          <a:xfrm>
            <a:off x="508338" y="1418350"/>
            <a:ext cx="8091000" cy="34926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lt1"/>
                </a:solidFill>
                <a:latin typeface="Consolas"/>
                <a:ea typeface="Consolas"/>
                <a:cs typeface="Consolas"/>
                <a:sym typeface="Consolas"/>
              </a:rPr>
              <a:t>For many distros, the installation process is a relatively simple task</a:t>
            </a:r>
            <a:r>
              <a:rPr lang="en" sz="1800">
                <a:solidFill>
                  <a:schemeClr val="lt1"/>
                </a:solidFill>
                <a:latin typeface="Consolas"/>
                <a:ea typeface="Consolas"/>
                <a:cs typeface="Consolas"/>
                <a:sym typeface="Consolas"/>
              </a:rPr>
              <a:t>.</a:t>
            </a:r>
            <a:r>
              <a:rPr lang="en" sz="1800">
                <a:solidFill>
                  <a:schemeClr val="lt1"/>
                </a:solidFill>
                <a:latin typeface="Consolas"/>
                <a:ea typeface="Consolas"/>
                <a:cs typeface="Consolas"/>
                <a:sym typeface="Consolas"/>
              </a:rPr>
              <a:t>​</a:t>
            </a:r>
            <a:endParaRPr sz="1800">
              <a:solidFill>
                <a:schemeClr val="lt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800">
              <a:solidFill>
                <a:srgbClr val="1AAD09"/>
              </a:solidFill>
              <a:latin typeface="Consolas"/>
              <a:ea typeface="Consolas"/>
              <a:cs typeface="Consolas"/>
              <a:sym typeface="Consolas"/>
            </a:endParaRPr>
          </a:p>
          <a:p>
            <a:pPr indent="-342900" lvl="0" marL="457200" rtl="0" algn="l">
              <a:spcBef>
                <a:spcPts val="0"/>
              </a:spcBef>
              <a:spcAft>
                <a:spcPts val="0"/>
              </a:spcAft>
              <a:buClr>
                <a:srgbClr val="1AAD09"/>
              </a:buClr>
              <a:buSzPts val="1800"/>
              <a:buFont typeface="Consolas"/>
              <a:buAutoNum type="arabicPeriod"/>
            </a:pPr>
            <a:r>
              <a:rPr lang="en" sz="1800">
                <a:solidFill>
                  <a:srgbClr val="1AAD09"/>
                </a:solidFill>
                <a:latin typeface="Consolas"/>
                <a:ea typeface="Consolas"/>
                <a:cs typeface="Consolas"/>
                <a:sym typeface="Consolas"/>
              </a:rPr>
              <a:t>Create the installation media</a:t>
            </a:r>
            <a:endParaRPr sz="1800">
              <a:solidFill>
                <a:srgbClr val="1AAD09"/>
              </a:solidFill>
              <a:latin typeface="Consolas"/>
              <a:ea typeface="Consolas"/>
              <a:cs typeface="Consolas"/>
              <a:sym typeface="Consolas"/>
            </a:endParaRPr>
          </a:p>
          <a:p>
            <a:pPr indent="-342900" lvl="1" marL="914400" rtl="0" algn="l">
              <a:spcBef>
                <a:spcPts val="0"/>
              </a:spcBef>
              <a:spcAft>
                <a:spcPts val="0"/>
              </a:spcAft>
              <a:buClr>
                <a:srgbClr val="1AAD09"/>
              </a:buClr>
              <a:buSzPts val="1800"/>
              <a:buFont typeface="Consolas"/>
              <a:buAutoNum type="alphaLcPeriod"/>
            </a:pPr>
            <a:r>
              <a:rPr lang="en" sz="1800">
                <a:solidFill>
                  <a:srgbClr val="1AAD09"/>
                </a:solidFill>
                <a:latin typeface="Consolas"/>
                <a:ea typeface="Consolas"/>
                <a:cs typeface="Consolas"/>
                <a:sym typeface="Consolas"/>
              </a:rPr>
              <a:t>Usually, this is a USB flash Drive containing an image of the OS</a:t>
            </a:r>
            <a:endParaRPr sz="1800">
              <a:solidFill>
                <a:srgbClr val="1AAD09"/>
              </a:solidFill>
              <a:latin typeface="Consolas"/>
              <a:ea typeface="Consolas"/>
              <a:cs typeface="Consolas"/>
              <a:sym typeface="Consolas"/>
            </a:endParaRPr>
          </a:p>
          <a:p>
            <a:pPr indent="-342900" lvl="0" marL="457200" rtl="0" algn="l">
              <a:spcBef>
                <a:spcPts val="0"/>
              </a:spcBef>
              <a:spcAft>
                <a:spcPts val="0"/>
              </a:spcAft>
              <a:buClr>
                <a:srgbClr val="1AAD09"/>
              </a:buClr>
              <a:buSzPts val="1800"/>
              <a:buFont typeface="Consolas"/>
              <a:buAutoNum type="arabicPeriod"/>
            </a:pPr>
            <a:r>
              <a:rPr lang="en" sz="1800">
                <a:solidFill>
                  <a:srgbClr val="1AAD09"/>
                </a:solidFill>
                <a:latin typeface="Consolas"/>
                <a:ea typeface="Consolas"/>
                <a:cs typeface="Consolas"/>
                <a:sym typeface="Consolas"/>
              </a:rPr>
              <a:t>Connect the installation media to your device​</a:t>
            </a:r>
            <a:endParaRPr sz="1800">
              <a:solidFill>
                <a:srgbClr val="1AAD09"/>
              </a:solidFill>
              <a:latin typeface="Consolas"/>
              <a:ea typeface="Consolas"/>
              <a:cs typeface="Consolas"/>
              <a:sym typeface="Consolas"/>
            </a:endParaRPr>
          </a:p>
          <a:p>
            <a:pPr indent="-342900" lvl="0" marL="457200" rtl="0" algn="l">
              <a:spcBef>
                <a:spcPts val="0"/>
              </a:spcBef>
              <a:spcAft>
                <a:spcPts val="0"/>
              </a:spcAft>
              <a:buClr>
                <a:srgbClr val="1AAD09"/>
              </a:buClr>
              <a:buSzPts val="1800"/>
              <a:buFont typeface="Consolas"/>
              <a:buAutoNum type="arabicPeriod"/>
            </a:pPr>
            <a:r>
              <a:rPr lang="en" sz="1800">
                <a:solidFill>
                  <a:srgbClr val="1AAD09"/>
                </a:solidFill>
                <a:latin typeface="Consolas"/>
                <a:ea typeface="Consolas"/>
                <a:cs typeface="Consolas"/>
                <a:sym typeface="Consolas"/>
              </a:rPr>
              <a:t>Boot into the detachable drive​</a:t>
            </a:r>
            <a:endParaRPr sz="1800">
              <a:solidFill>
                <a:srgbClr val="1AAD09"/>
              </a:solidFill>
              <a:latin typeface="Consolas"/>
              <a:ea typeface="Consolas"/>
              <a:cs typeface="Consolas"/>
              <a:sym typeface="Consolas"/>
            </a:endParaRPr>
          </a:p>
          <a:p>
            <a:pPr indent="-342900" lvl="0" marL="457200" rtl="0" algn="l">
              <a:spcBef>
                <a:spcPts val="0"/>
              </a:spcBef>
              <a:spcAft>
                <a:spcPts val="0"/>
              </a:spcAft>
              <a:buClr>
                <a:srgbClr val="1AAD09"/>
              </a:buClr>
              <a:buSzPts val="1800"/>
              <a:buFont typeface="Consolas"/>
              <a:buAutoNum type="arabicPeriod"/>
            </a:pPr>
            <a:r>
              <a:rPr lang="en" sz="1800">
                <a:solidFill>
                  <a:srgbClr val="1AAD09"/>
                </a:solidFill>
                <a:latin typeface="Consolas"/>
                <a:ea typeface="Consolas"/>
                <a:cs typeface="Consolas"/>
                <a:sym typeface="Consolas"/>
              </a:rPr>
              <a:t>Run the installer program from the live session​</a:t>
            </a:r>
            <a:endParaRPr sz="1800">
              <a:solidFill>
                <a:srgbClr val="1AAD09"/>
              </a:solidFill>
              <a:latin typeface="Consolas"/>
              <a:ea typeface="Consolas"/>
              <a:cs typeface="Consolas"/>
              <a:sym typeface="Consolas"/>
            </a:endParaRPr>
          </a:p>
          <a:p>
            <a:pPr indent="-342900" lvl="0" marL="457200" rtl="0" algn="l">
              <a:spcBef>
                <a:spcPts val="0"/>
              </a:spcBef>
              <a:spcAft>
                <a:spcPts val="0"/>
              </a:spcAft>
              <a:buClr>
                <a:srgbClr val="1AAD09"/>
              </a:buClr>
              <a:buSzPts val="1800"/>
              <a:buFont typeface="Consolas"/>
              <a:buAutoNum type="arabicPeriod"/>
            </a:pPr>
            <a:r>
              <a:rPr lang="en" sz="1800">
                <a:solidFill>
                  <a:srgbClr val="1AAD09"/>
                </a:solidFill>
                <a:latin typeface="Consolas"/>
                <a:ea typeface="Consolas"/>
                <a:cs typeface="Consolas"/>
                <a:sym typeface="Consolas"/>
              </a:rPr>
              <a:t>You now have installed a Linux Distro!​</a:t>
            </a:r>
            <a:endParaRPr sz="1800">
              <a:solidFill>
                <a:srgbClr val="1AAD09"/>
              </a:solidFill>
              <a:latin typeface="Consolas"/>
              <a:ea typeface="Consolas"/>
              <a:cs typeface="Consolas"/>
              <a:sym typeface="Consolas"/>
            </a:endParaRPr>
          </a:p>
          <a:p>
            <a:pPr indent="-342900" lvl="1" marL="914400" rtl="0" algn="l">
              <a:spcBef>
                <a:spcPts val="0"/>
              </a:spcBef>
              <a:spcAft>
                <a:spcPts val="0"/>
              </a:spcAft>
              <a:buClr>
                <a:srgbClr val="1AAD09"/>
              </a:buClr>
              <a:buSzPts val="1800"/>
              <a:buFont typeface="Consolas"/>
              <a:buAutoNum type="alphaLcPeriod"/>
            </a:pPr>
            <a:r>
              <a:rPr lang="en" sz="1800">
                <a:solidFill>
                  <a:srgbClr val="1AAD09"/>
                </a:solidFill>
                <a:latin typeface="Consolas"/>
                <a:ea typeface="Consolas"/>
                <a:cs typeface="Consolas"/>
                <a:sym typeface="Consolas"/>
              </a:rPr>
              <a:t>Have fun!</a:t>
            </a:r>
            <a:endParaRPr sz="1800">
              <a:solidFill>
                <a:srgbClr val="1AAD09"/>
              </a:solidFill>
              <a:latin typeface="Consolas"/>
              <a:ea typeface="Consolas"/>
              <a:cs typeface="Consolas"/>
              <a:sym typeface="Consolas"/>
            </a:endParaRPr>
          </a:p>
        </p:txBody>
      </p:sp>
      <p:sp>
        <p:nvSpPr>
          <p:cNvPr id="778" name="Google Shape;778;p24"/>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9" name="Google Shape;779;p24"/>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80" name="Google Shape;780;p24"/>
          <p:cNvGrpSpPr/>
          <p:nvPr/>
        </p:nvGrpSpPr>
        <p:grpSpPr>
          <a:xfrm>
            <a:off x="7890091" y="9500"/>
            <a:ext cx="745600" cy="385788"/>
            <a:chOff x="7518850" y="258820"/>
            <a:chExt cx="745600" cy="385788"/>
          </a:xfrm>
        </p:grpSpPr>
        <p:sp>
          <p:nvSpPr>
            <p:cNvPr id="781" name="Google Shape;781;p24"/>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4"/>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3" name="Google Shape;783;p24"/>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4" name="Google Shape;784;p24"/>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785" name="Google Shape;785;p24"/>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6" name="Google Shape;786;p24"/>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787" name="Google Shape;787;p24"/>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Installing Linux​</a:t>
            </a:r>
            <a:endParaRPr b="1" sz="3600">
              <a:solidFill>
                <a:srgbClr val="262626"/>
              </a:solidFill>
              <a:latin typeface="Tahoma"/>
              <a:ea typeface="Tahoma"/>
              <a:cs typeface="Tahoma"/>
              <a:sym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91" name="Shape 791"/>
        <p:cNvGrpSpPr/>
        <p:nvPr/>
      </p:nvGrpSpPr>
      <p:grpSpPr>
        <a:xfrm>
          <a:off x="0" y="0"/>
          <a:ext cx="0" cy="0"/>
          <a:chOff x="0" y="0"/>
          <a:chExt cx="0" cy="0"/>
        </a:xfrm>
      </p:grpSpPr>
      <p:sp>
        <p:nvSpPr>
          <p:cNvPr id="792" name="Google Shape;792;p25"/>
          <p:cNvSpPr/>
          <p:nvPr/>
        </p:nvSpPr>
        <p:spPr>
          <a:xfrm>
            <a:off x="4735675"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3" name="Google Shape;793;p25"/>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4" name="Google Shape;794;p25"/>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95" name="Google Shape;795;p25"/>
          <p:cNvGrpSpPr/>
          <p:nvPr/>
        </p:nvGrpSpPr>
        <p:grpSpPr>
          <a:xfrm>
            <a:off x="7890091" y="9500"/>
            <a:ext cx="745600" cy="385788"/>
            <a:chOff x="7518850" y="258820"/>
            <a:chExt cx="745600" cy="385788"/>
          </a:xfrm>
        </p:grpSpPr>
        <p:sp>
          <p:nvSpPr>
            <p:cNvPr id="796" name="Google Shape;796;p25"/>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5"/>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8" name="Google Shape;798;p25"/>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9" name="Google Shape;799;p25"/>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800" name="Google Shape;800;p25"/>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1" name="Google Shape;801;p25"/>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802" name="Google Shape;802;p25"/>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300">
                <a:solidFill>
                  <a:srgbClr val="262626"/>
                </a:solidFill>
                <a:latin typeface="Tahoma"/>
                <a:ea typeface="Tahoma"/>
                <a:cs typeface="Tahoma"/>
                <a:sym typeface="Tahoma"/>
              </a:rPr>
              <a:t>Creating the Installation Media​</a:t>
            </a:r>
            <a:endParaRPr b="1" sz="3300">
              <a:solidFill>
                <a:srgbClr val="262626"/>
              </a:solidFill>
              <a:latin typeface="Tahoma"/>
              <a:ea typeface="Tahoma"/>
              <a:cs typeface="Tahoma"/>
              <a:sym typeface="Tahoma"/>
            </a:endParaRPr>
          </a:p>
        </p:txBody>
      </p:sp>
      <p:sp>
        <p:nvSpPr>
          <p:cNvPr id="803" name="Google Shape;803;p25"/>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4" name="Google Shape;804;p25"/>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05" name="Google Shape;805;p25"/>
          <p:cNvGrpSpPr/>
          <p:nvPr/>
        </p:nvGrpSpPr>
        <p:grpSpPr>
          <a:xfrm>
            <a:off x="508400" y="1165100"/>
            <a:ext cx="2768206" cy="235500"/>
            <a:chOff x="894600" y="1165100"/>
            <a:chExt cx="2768206" cy="235500"/>
          </a:xfrm>
        </p:grpSpPr>
        <p:sp>
          <p:nvSpPr>
            <p:cNvPr id="806" name="Google Shape;806;p25"/>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07" name="Google Shape;807;p25"/>
            <p:cNvGrpSpPr/>
            <p:nvPr/>
          </p:nvGrpSpPr>
          <p:grpSpPr>
            <a:xfrm>
              <a:off x="894600" y="1165100"/>
              <a:ext cx="2768206" cy="235500"/>
              <a:chOff x="894600" y="1165100"/>
              <a:chExt cx="2768206" cy="235500"/>
            </a:xfrm>
          </p:grpSpPr>
          <p:sp>
            <p:nvSpPr>
              <p:cNvPr id="808" name="Google Shape;808;p25"/>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809" name="Google Shape;809;p25"/>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810" name="Google Shape;810;p25"/>
          <p:cNvSpPr/>
          <p:nvPr/>
        </p:nvSpPr>
        <p:spPr>
          <a:xfrm>
            <a:off x="508250" y="1418350"/>
            <a:ext cx="4063800" cy="3492600"/>
          </a:xfrm>
          <a:prstGeom prst="roundRect">
            <a:avLst>
              <a:gd fmla="val 0" name="adj"/>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rgbClr val="F3F3F3"/>
              </a:buClr>
              <a:buSzPts val="1700"/>
              <a:buFont typeface="Consolas"/>
              <a:buAutoNum type="arabicPeriod"/>
            </a:pPr>
            <a:r>
              <a:rPr lang="en" sz="1700">
                <a:solidFill>
                  <a:srgbClr val="F3F3F3"/>
                </a:solidFill>
                <a:latin typeface="Consolas"/>
                <a:ea typeface="Consolas"/>
                <a:cs typeface="Consolas"/>
                <a:sym typeface="Consolas"/>
              </a:rPr>
              <a:t>Go to Linux Mint's website </a:t>
            </a:r>
            <a:r>
              <a:rPr lang="en" sz="1700" u="sng">
                <a:solidFill>
                  <a:schemeClr val="hlink"/>
                </a:solidFill>
                <a:latin typeface="Consolas"/>
                <a:ea typeface="Consolas"/>
                <a:cs typeface="Consolas"/>
                <a:sym typeface="Consolas"/>
                <a:hlinkClick r:id="rId4"/>
              </a:rPr>
              <a:t>https://linuxmint.com/</a:t>
            </a:r>
            <a:endParaRPr sz="1700">
              <a:solidFill>
                <a:srgbClr val="F3F3F3"/>
              </a:solidFill>
              <a:latin typeface="Consolas"/>
              <a:ea typeface="Consolas"/>
              <a:cs typeface="Consolas"/>
              <a:sym typeface="Consolas"/>
            </a:endParaRPr>
          </a:p>
          <a:p>
            <a:pPr indent="-336550" lvl="0" marL="457200" rtl="0" algn="l">
              <a:spcBef>
                <a:spcPts val="0"/>
              </a:spcBef>
              <a:spcAft>
                <a:spcPts val="0"/>
              </a:spcAft>
              <a:buClr>
                <a:srgbClr val="F3F3F3"/>
              </a:buClr>
              <a:buSzPts val="1700"/>
              <a:buFont typeface="Consolas"/>
              <a:buAutoNum type="arabicPeriod"/>
            </a:pPr>
            <a:r>
              <a:rPr lang="en" sz="1700">
                <a:solidFill>
                  <a:srgbClr val="F3F3F3"/>
                </a:solidFill>
                <a:latin typeface="Consolas"/>
                <a:ea typeface="Consolas"/>
                <a:cs typeface="Consolas"/>
                <a:sym typeface="Consolas"/>
              </a:rPr>
              <a:t>Hit download and choose which flavour you want</a:t>
            </a:r>
            <a:endParaRPr sz="1700">
              <a:solidFill>
                <a:srgbClr val="F3F3F3"/>
              </a:solidFill>
              <a:latin typeface="Consolas"/>
              <a:ea typeface="Consolas"/>
              <a:cs typeface="Consolas"/>
              <a:sym typeface="Consolas"/>
            </a:endParaRPr>
          </a:p>
          <a:p>
            <a:pPr indent="-336550" lvl="0" marL="457200" rtl="0" algn="l">
              <a:spcBef>
                <a:spcPts val="0"/>
              </a:spcBef>
              <a:spcAft>
                <a:spcPts val="0"/>
              </a:spcAft>
              <a:buClr>
                <a:srgbClr val="F3F3F3"/>
              </a:buClr>
              <a:buSzPts val="1700"/>
              <a:buFont typeface="Consolas"/>
              <a:buAutoNum type="arabicPeriod"/>
            </a:pPr>
            <a:r>
              <a:rPr lang="en" sz="1700">
                <a:solidFill>
                  <a:srgbClr val="F3F3F3"/>
                </a:solidFill>
                <a:latin typeface="Consolas"/>
                <a:ea typeface="Consolas"/>
                <a:cs typeface="Consolas"/>
                <a:sym typeface="Consolas"/>
              </a:rPr>
              <a:t>When you choose your flavour, s</a:t>
            </a:r>
            <a:r>
              <a:rPr lang="en" sz="1700">
                <a:solidFill>
                  <a:srgbClr val="F3F3F3"/>
                </a:solidFill>
                <a:latin typeface="Consolas"/>
                <a:ea typeface="Consolas"/>
                <a:cs typeface="Consolas"/>
                <a:sym typeface="Consolas"/>
              </a:rPr>
              <a:t>croll down and pick a mirror to download from (any USA one works)</a:t>
            </a:r>
            <a:endParaRPr sz="1700">
              <a:solidFill>
                <a:srgbClr val="F3F3F3"/>
              </a:solidFill>
              <a:latin typeface="Consolas"/>
              <a:ea typeface="Consolas"/>
              <a:cs typeface="Consolas"/>
              <a:sym typeface="Consolas"/>
            </a:endParaRPr>
          </a:p>
          <a:p>
            <a:pPr indent="-336550" lvl="0" marL="457200" rtl="0" algn="l">
              <a:spcBef>
                <a:spcPts val="0"/>
              </a:spcBef>
              <a:spcAft>
                <a:spcPts val="0"/>
              </a:spcAft>
              <a:buClr>
                <a:srgbClr val="F3F3F3"/>
              </a:buClr>
              <a:buSzPts val="1700"/>
              <a:buFont typeface="Consolas"/>
              <a:buAutoNum type="arabicPeriod"/>
            </a:pPr>
            <a:r>
              <a:rPr lang="en" sz="1700">
                <a:solidFill>
                  <a:srgbClr val="F3F3F3"/>
                </a:solidFill>
                <a:latin typeface="Consolas"/>
                <a:ea typeface="Consolas"/>
                <a:cs typeface="Consolas"/>
                <a:sym typeface="Consolas"/>
              </a:rPr>
              <a:t>You also want to download the integrity and authenticity check files</a:t>
            </a:r>
            <a:endParaRPr sz="1700">
              <a:solidFill>
                <a:srgbClr val="F3F3F3"/>
              </a:solidFill>
              <a:latin typeface="Consolas"/>
              <a:ea typeface="Consolas"/>
              <a:cs typeface="Consolas"/>
              <a:sym typeface="Consolas"/>
            </a:endParaRPr>
          </a:p>
        </p:txBody>
      </p:sp>
      <p:grpSp>
        <p:nvGrpSpPr>
          <p:cNvPr id="811" name="Google Shape;811;p25"/>
          <p:cNvGrpSpPr/>
          <p:nvPr/>
        </p:nvGrpSpPr>
        <p:grpSpPr>
          <a:xfrm>
            <a:off x="3977133" y="1069247"/>
            <a:ext cx="569648" cy="349096"/>
            <a:chOff x="8367425" y="992000"/>
            <a:chExt cx="605944" cy="371339"/>
          </a:xfrm>
        </p:grpSpPr>
        <p:sp>
          <p:nvSpPr>
            <p:cNvPr id="812" name="Google Shape;812;p25"/>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813" name="Google Shape;813;p25"/>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814" name="Google Shape;814;p25"/>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815" name="Google Shape;815;p25"/>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816" name="Google Shape;816;p25"/>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817" name="Google Shape;817;p25"/>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818" name="Google Shape;818;p25"/>
          <p:cNvSpPr/>
          <p:nvPr/>
        </p:nvSpPr>
        <p:spPr>
          <a:xfrm>
            <a:off x="4735750"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9" name="Google Shape;819;p25"/>
          <p:cNvSpPr/>
          <p:nvPr/>
        </p:nvSpPr>
        <p:spPr>
          <a:xfrm>
            <a:off x="4735750"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0" name="Google Shape;820;p25"/>
          <p:cNvSpPr/>
          <p:nvPr/>
        </p:nvSpPr>
        <p:spPr>
          <a:xfrm>
            <a:off x="4735750"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1" name="Google Shape;821;p25"/>
          <p:cNvSpPr/>
          <p:nvPr/>
        </p:nvSpPr>
        <p:spPr>
          <a:xfrm>
            <a:off x="4735746"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2" name="Google Shape;822;p25"/>
          <p:cNvSpPr txBox="1"/>
          <p:nvPr/>
        </p:nvSpPr>
        <p:spPr>
          <a:xfrm>
            <a:off x="4735675"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823" name="Google Shape;823;p25"/>
          <p:cNvPicPr preferRelativeResize="0"/>
          <p:nvPr/>
        </p:nvPicPr>
        <p:blipFill>
          <a:blip r:embed="rId5">
            <a:alphaModFix/>
          </a:blip>
          <a:stretch>
            <a:fillRect/>
          </a:stretch>
        </p:blipFill>
        <p:spPr>
          <a:xfrm>
            <a:off x="4761975" y="1548273"/>
            <a:ext cx="450650" cy="2295025"/>
          </a:xfrm>
          <a:prstGeom prst="rect">
            <a:avLst/>
          </a:prstGeom>
          <a:noFill/>
          <a:ln>
            <a:noFill/>
          </a:ln>
        </p:spPr>
      </p:pic>
      <p:sp>
        <p:nvSpPr>
          <p:cNvPr id="824" name="Google Shape;824;p25"/>
          <p:cNvSpPr/>
          <p:nvPr/>
        </p:nvSpPr>
        <p:spPr>
          <a:xfrm>
            <a:off x="4855175"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5" name="Google Shape;825;p25"/>
          <p:cNvSpPr/>
          <p:nvPr/>
        </p:nvSpPr>
        <p:spPr>
          <a:xfrm>
            <a:off x="5153875"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6" name="Google Shape;826;p25"/>
          <p:cNvSpPr/>
          <p:nvPr/>
        </p:nvSpPr>
        <p:spPr>
          <a:xfrm>
            <a:off x="5153875"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7" name="Google Shape;827;p25"/>
          <p:cNvSpPr/>
          <p:nvPr/>
        </p:nvSpPr>
        <p:spPr>
          <a:xfrm>
            <a:off x="5303775"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8" name="Google Shape;828;p25"/>
          <p:cNvSpPr/>
          <p:nvPr/>
        </p:nvSpPr>
        <p:spPr>
          <a:xfrm>
            <a:off x="5303775"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9" name="Google Shape;829;p25"/>
          <p:cNvSpPr/>
          <p:nvPr/>
        </p:nvSpPr>
        <p:spPr>
          <a:xfrm>
            <a:off x="5445675"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0" name="Google Shape;830;p25"/>
          <p:cNvSpPr/>
          <p:nvPr/>
        </p:nvSpPr>
        <p:spPr>
          <a:xfrm>
            <a:off x="5445675"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1" name="Google Shape;831;p25"/>
          <p:cNvSpPr/>
          <p:nvPr/>
        </p:nvSpPr>
        <p:spPr>
          <a:xfrm>
            <a:off x="5595575"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2" name="Google Shape;832;p25"/>
          <p:cNvSpPr/>
          <p:nvPr/>
        </p:nvSpPr>
        <p:spPr>
          <a:xfrm>
            <a:off x="5595575"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3" name="Google Shape;833;p25"/>
          <p:cNvSpPr/>
          <p:nvPr/>
        </p:nvSpPr>
        <p:spPr>
          <a:xfrm>
            <a:off x="5745475"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4" name="Google Shape;834;p25"/>
          <p:cNvSpPr/>
          <p:nvPr/>
        </p:nvSpPr>
        <p:spPr>
          <a:xfrm>
            <a:off x="5745475"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5" name="Google Shape;835;p25"/>
          <p:cNvSpPr/>
          <p:nvPr/>
        </p:nvSpPr>
        <p:spPr>
          <a:xfrm>
            <a:off x="5895375"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6" name="Google Shape;836;p25"/>
          <p:cNvSpPr/>
          <p:nvPr/>
        </p:nvSpPr>
        <p:spPr>
          <a:xfrm>
            <a:off x="5895375"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7" name="Google Shape;837;p25"/>
          <p:cNvSpPr/>
          <p:nvPr/>
        </p:nvSpPr>
        <p:spPr>
          <a:xfrm>
            <a:off x="6037275"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8" name="Google Shape;838;p25"/>
          <p:cNvSpPr/>
          <p:nvPr/>
        </p:nvSpPr>
        <p:spPr>
          <a:xfrm>
            <a:off x="60372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9" name="Google Shape;839;p25"/>
          <p:cNvSpPr/>
          <p:nvPr/>
        </p:nvSpPr>
        <p:spPr>
          <a:xfrm>
            <a:off x="6187175"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0" name="Google Shape;840;p25"/>
          <p:cNvSpPr/>
          <p:nvPr/>
        </p:nvSpPr>
        <p:spPr>
          <a:xfrm>
            <a:off x="6187175"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1" name="Google Shape;841;p25"/>
          <p:cNvSpPr/>
          <p:nvPr/>
        </p:nvSpPr>
        <p:spPr>
          <a:xfrm>
            <a:off x="6337075"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2" name="Google Shape;842;p25"/>
          <p:cNvSpPr/>
          <p:nvPr/>
        </p:nvSpPr>
        <p:spPr>
          <a:xfrm>
            <a:off x="6337075"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3" name="Google Shape;843;p25"/>
          <p:cNvSpPr/>
          <p:nvPr/>
        </p:nvSpPr>
        <p:spPr>
          <a:xfrm>
            <a:off x="6486975"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4" name="Google Shape;844;p25"/>
          <p:cNvSpPr/>
          <p:nvPr/>
        </p:nvSpPr>
        <p:spPr>
          <a:xfrm>
            <a:off x="6486975"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5" name="Google Shape;845;p25"/>
          <p:cNvSpPr/>
          <p:nvPr/>
        </p:nvSpPr>
        <p:spPr>
          <a:xfrm>
            <a:off x="6636875"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6" name="Google Shape;846;p25"/>
          <p:cNvSpPr/>
          <p:nvPr/>
        </p:nvSpPr>
        <p:spPr>
          <a:xfrm>
            <a:off x="6636875"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7" name="Google Shape;847;p25"/>
          <p:cNvSpPr/>
          <p:nvPr/>
        </p:nvSpPr>
        <p:spPr>
          <a:xfrm>
            <a:off x="6786775"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8" name="Google Shape;848;p25"/>
          <p:cNvSpPr/>
          <p:nvPr/>
        </p:nvSpPr>
        <p:spPr>
          <a:xfrm>
            <a:off x="67867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9" name="Google Shape;849;p25"/>
          <p:cNvSpPr/>
          <p:nvPr/>
        </p:nvSpPr>
        <p:spPr>
          <a:xfrm>
            <a:off x="6928675"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0" name="Google Shape;850;p25"/>
          <p:cNvSpPr/>
          <p:nvPr/>
        </p:nvSpPr>
        <p:spPr>
          <a:xfrm>
            <a:off x="6928675"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1" name="Google Shape;851;p25"/>
          <p:cNvSpPr/>
          <p:nvPr/>
        </p:nvSpPr>
        <p:spPr>
          <a:xfrm>
            <a:off x="7078575"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2" name="Google Shape;852;p25"/>
          <p:cNvSpPr/>
          <p:nvPr/>
        </p:nvSpPr>
        <p:spPr>
          <a:xfrm>
            <a:off x="7078575"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3" name="Google Shape;853;p25"/>
          <p:cNvSpPr/>
          <p:nvPr/>
        </p:nvSpPr>
        <p:spPr>
          <a:xfrm>
            <a:off x="4968686"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4" name="Google Shape;854;p25"/>
          <p:cNvSpPr/>
          <p:nvPr/>
        </p:nvSpPr>
        <p:spPr>
          <a:xfrm>
            <a:off x="4908761"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5" name="Google Shape;855;p25"/>
          <p:cNvSpPr/>
          <p:nvPr/>
        </p:nvSpPr>
        <p:spPr>
          <a:xfrm>
            <a:off x="4735675" y="4720025"/>
            <a:ext cx="3827400" cy="1713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6" name="Google Shape;856;p25"/>
          <p:cNvSpPr/>
          <p:nvPr/>
        </p:nvSpPr>
        <p:spPr>
          <a:xfrm>
            <a:off x="4735750" y="1195025"/>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7" name="Google Shape;857;p25"/>
          <p:cNvSpPr txBox="1"/>
          <p:nvPr/>
        </p:nvSpPr>
        <p:spPr>
          <a:xfrm>
            <a:off x="4733075" y="4733825"/>
            <a:ext cx="1845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For Help, click Help Topics on the Help Menu.</a:t>
            </a:r>
            <a:endParaRPr sz="700">
              <a:solidFill>
                <a:schemeClr val="accent2"/>
              </a:solidFill>
              <a:latin typeface="Tahoma"/>
              <a:ea typeface="Tahoma"/>
              <a:cs typeface="Tahoma"/>
              <a:sym typeface="Tahoma"/>
            </a:endParaRPr>
          </a:p>
        </p:txBody>
      </p:sp>
      <p:sp>
        <p:nvSpPr>
          <p:cNvPr id="858" name="Google Shape;858;p25"/>
          <p:cNvSpPr/>
          <p:nvPr/>
        </p:nvSpPr>
        <p:spPr>
          <a:xfrm>
            <a:off x="5238850"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9" name="Google Shape;859;p25"/>
          <p:cNvSpPr txBox="1"/>
          <p:nvPr/>
        </p:nvSpPr>
        <p:spPr>
          <a:xfrm>
            <a:off x="4722375"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grpSp>
        <p:nvGrpSpPr>
          <p:cNvPr id="860" name="Google Shape;860;p25"/>
          <p:cNvGrpSpPr/>
          <p:nvPr/>
        </p:nvGrpSpPr>
        <p:grpSpPr>
          <a:xfrm>
            <a:off x="7853691" y="1055825"/>
            <a:ext cx="745600" cy="385788"/>
            <a:chOff x="7518850" y="258820"/>
            <a:chExt cx="745600" cy="385788"/>
          </a:xfrm>
        </p:grpSpPr>
        <p:sp>
          <p:nvSpPr>
            <p:cNvPr id="861" name="Google Shape;861;p25"/>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5"/>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3" name="Google Shape;863;p25"/>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4" name="Google Shape;864;p25"/>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865" name="Google Shape;865;p25"/>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6" name="Google Shape;866;p25"/>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867" name="Google Shape;867;p25"/>
          <p:cNvSpPr txBox="1"/>
          <p:nvPr/>
        </p:nvSpPr>
        <p:spPr>
          <a:xfrm>
            <a:off x="5337666" y="1653279"/>
            <a:ext cx="1055700" cy="1055700"/>
          </a:xfrm>
          <a:prstGeom prst="rect">
            <a:avLst/>
          </a:prstGeom>
          <a:noFill/>
          <a:ln>
            <a:noFill/>
          </a:ln>
        </p:spPr>
        <p:txBody>
          <a:bodyPr anchorCtr="0" anchor="ctr" bIns="32175" lIns="32175" spcFirstLastPara="1" rIns="32175" wrap="square" tIns="32175">
            <a:noAutofit/>
          </a:bodyPr>
          <a:lstStyle/>
          <a:p>
            <a:pPr indent="0" lvl="0" marL="0" rtl="0" algn="l">
              <a:spcBef>
                <a:spcPts val="0"/>
              </a:spcBef>
              <a:spcAft>
                <a:spcPts val="0"/>
              </a:spcAft>
              <a:buNone/>
            </a:pPr>
            <a:r>
              <a:rPr lang="en" sz="493"/>
              <a:t> </a:t>
            </a:r>
            <a:endParaRPr sz="493"/>
          </a:p>
        </p:txBody>
      </p:sp>
      <p:sp>
        <p:nvSpPr>
          <p:cNvPr id="868" name="Google Shape;868;p25"/>
          <p:cNvSpPr txBox="1"/>
          <p:nvPr/>
        </p:nvSpPr>
        <p:spPr>
          <a:xfrm>
            <a:off x="5337679" y="3112229"/>
            <a:ext cx="1055700" cy="1055700"/>
          </a:xfrm>
          <a:prstGeom prst="rect">
            <a:avLst/>
          </a:prstGeom>
          <a:noFill/>
          <a:ln>
            <a:noFill/>
          </a:ln>
        </p:spPr>
        <p:txBody>
          <a:bodyPr anchorCtr="0" anchor="ctr" bIns="32175" lIns="32175" spcFirstLastPara="1" rIns="32175" wrap="square" tIns="32175">
            <a:noAutofit/>
          </a:bodyPr>
          <a:lstStyle/>
          <a:p>
            <a:pPr indent="0" lvl="0" marL="0" rtl="0" algn="l">
              <a:spcBef>
                <a:spcPts val="0"/>
              </a:spcBef>
              <a:spcAft>
                <a:spcPts val="0"/>
              </a:spcAft>
              <a:buNone/>
            </a:pPr>
            <a:r>
              <a:rPr lang="en" sz="493"/>
              <a:t> </a:t>
            </a:r>
            <a:endParaRPr sz="493"/>
          </a:p>
        </p:txBody>
      </p:sp>
      <p:pic>
        <p:nvPicPr>
          <p:cNvPr id="869" name="Google Shape;869;p25"/>
          <p:cNvPicPr preferRelativeResize="0"/>
          <p:nvPr/>
        </p:nvPicPr>
        <p:blipFill rotWithShape="1">
          <a:blip r:embed="rId6">
            <a:alphaModFix/>
          </a:blip>
          <a:srcRect b="0" l="17195" r="18330" t="0"/>
          <a:stretch/>
        </p:blipFill>
        <p:spPr>
          <a:xfrm>
            <a:off x="5239749" y="1546325"/>
            <a:ext cx="3308101" cy="2771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3" name="Shape 873"/>
        <p:cNvGrpSpPr/>
        <p:nvPr/>
      </p:nvGrpSpPr>
      <p:grpSpPr>
        <a:xfrm>
          <a:off x="0" y="0"/>
          <a:ext cx="0" cy="0"/>
          <a:chOff x="0" y="0"/>
          <a:chExt cx="0" cy="0"/>
        </a:xfrm>
      </p:grpSpPr>
      <p:sp>
        <p:nvSpPr>
          <p:cNvPr id="874" name="Google Shape;874;p26"/>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5" name="Google Shape;875;p26"/>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76" name="Google Shape;876;p26"/>
          <p:cNvGrpSpPr/>
          <p:nvPr/>
        </p:nvGrpSpPr>
        <p:grpSpPr>
          <a:xfrm>
            <a:off x="8001078" y="1069247"/>
            <a:ext cx="569648" cy="349096"/>
            <a:chOff x="8367425" y="992000"/>
            <a:chExt cx="605944" cy="371339"/>
          </a:xfrm>
        </p:grpSpPr>
        <p:sp>
          <p:nvSpPr>
            <p:cNvPr id="877" name="Google Shape;877;p26"/>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878" name="Google Shape;878;p26"/>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879" name="Google Shape;879;p26"/>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880" name="Google Shape;880;p26"/>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881" name="Google Shape;881;p26"/>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882" name="Google Shape;882;p26"/>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883" name="Google Shape;883;p26"/>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884" name="Google Shape;884;p26"/>
          <p:cNvGrpSpPr/>
          <p:nvPr/>
        </p:nvGrpSpPr>
        <p:grpSpPr>
          <a:xfrm>
            <a:off x="508338" y="1169600"/>
            <a:ext cx="325800" cy="226500"/>
            <a:chOff x="1280775" y="1182975"/>
            <a:chExt cx="325800" cy="226500"/>
          </a:xfrm>
        </p:grpSpPr>
        <p:sp>
          <p:nvSpPr>
            <p:cNvPr id="885" name="Google Shape;885;p26"/>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6" name="Google Shape;886;p26"/>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887" name="Google Shape;887;p26"/>
          <p:cNvSpPr/>
          <p:nvPr/>
        </p:nvSpPr>
        <p:spPr>
          <a:xfrm>
            <a:off x="508338" y="1418350"/>
            <a:ext cx="8091000" cy="3492600"/>
          </a:xfrm>
          <a:prstGeom prst="roundRect">
            <a:avLst>
              <a:gd fmla="val 0" name="adj"/>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You need to verify the integrity and authenticity of your iso file.</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Integrity confirms that your iso image is an </a:t>
            </a:r>
            <a:r>
              <a:rPr lang="en" sz="1800">
                <a:solidFill>
                  <a:srgbClr val="FFFF00"/>
                </a:solidFill>
                <a:latin typeface="Consolas"/>
                <a:ea typeface="Consolas"/>
                <a:cs typeface="Consolas"/>
                <a:sym typeface="Consolas"/>
              </a:rPr>
              <a:t>exact</a:t>
            </a:r>
            <a:r>
              <a:rPr lang="en" sz="1800">
                <a:solidFill>
                  <a:srgbClr val="F3F3F3"/>
                </a:solidFill>
                <a:latin typeface="Consolas"/>
                <a:ea typeface="Consolas"/>
                <a:cs typeface="Consolas"/>
                <a:sym typeface="Consolas"/>
              </a:rPr>
              <a:t> copy</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Authenticity confirms that your iso image is </a:t>
            </a:r>
            <a:r>
              <a:rPr lang="en" sz="1800">
                <a:solidFill>
                  <a:srgbClr val="FFFF00"/>
                </a:solidFill>
                <a:latin typeface="Consolas"/>
                <a:ea typeface="Consolas"/>
                <a:cs typeface="Consolas"/>
                <a:sym typeface="Consolas"/>
              </a:rPr>
              <a:t>signed</a:t>
            </a:r>
            <a:r>
              <a:rPr lang="en" sz="1800">
                <a:solidFill>
                  <a:schemeClr val="lt1"/>
                </a:solidFill>
                <a:latin typeface="Consolas"/>
                <a:ea typeface="Consolas"/>
                <a:cs typeface="Consolas"/>
                <a:sym typeface="Consolas"/>
              </a:rPr>
              <a:t> by the linux mint maintainers</a:t>
            </a:r>
            <a:endParaRPr sz="1800">
              <a:solidFill>
                <a:schemeClr val="lt1"/>
              </a:solidFill>
              <a:latin typeface="Consolas"/>
              <a:ea typeface="Consolas"/>
              <a:cs typeface="Consolas"/>
              <a:sym typeface="Consolas"/>
            </a:endParaRPr>
          </a:p>
          <a:p>
            <a:pPr indent="-342900" lvl="0" marL="457200" rtl="0" algn="l">
              <a:spcBef>
                <a:spcPts val="0"/>
              </a:spcBef>
              <a:spcAft>
                <a:spcPts val="0"/>
              </a:spcAft>
              <a:buClr>
                <a:schemeClr val="lt1"/>
              </a:buClr>
              <a:buSzPts val="1800"/>
              <a:buFont typeface="Consolas"/>
              <a:buChar char="●"/>
            </a:pPr>
            <a:r>
              <a:rPr lang="en" sz="1800">
                <a:solidFill>
                  <a:schemeClr val="lt1"/>
                </a:solidFill>
                <a:latin typeface="Consolas"/>
                <a:ea typeface="Consolas"/>
                <a:cs typeface="Consolas"/>
                <a:sym typeface="Consolas"/>
              </a:rPr>
              <a:t>You should read the documentation provided by Linux Mint to verify your iso image. It can be accessed by clicking verify on the download page.</a:t>
            </a:r>
            <a:endParaRPr sz="1800">
              <a:solidFill>
                <a:schemeClr val="lt1"/>
              </a:solidFill>
              <a:latin typeface="Consolas"/>
              <a:ea typeface="Consolas"/>
              <a:cs typeface="Consolas"/>
              <a:sym typeface="Consolas"/>
            </a:endParaRPr>
          </a:p>
          <a:p>
            <a:pPr indent="-342900" lvl="1" marL="914400" rtl="0" algn="l">
              <a:spcBef>
                <a:spcPts val="0"/>
              </a:spcBef>
              <a:spcAft>
                <a:spcPts val="0"/>
              </a:spcAft>
              <a:buClr>
                <a:schemeClr val="lt1"/>
              </a:buClr>
              <a:buSzPts val="1800"/>
              <a:buFont typeface="Consolas"/>
              <a:buChar char="○"/>
            </a:pPr>
            <a:r>
              <a:rPr lang="en" sz="1800" u="sng">
                <a:solidFill>
                  <a:schemeClr val="hlink"/>
                </a:solidFill>
                <a:latin typeface="Consolas"/>
                <a:ea typeface="Consolas"/>
                <a:cs typeface="Consolas"/>
                <a:sym typeface="Consolas"/>
                <a:hlinkClick r:id="rId4"/>
              </a:rPr>
              <a:t>https://linuxmint-installation-guide.readthedocs.io/en/latest/verify.html</a:t>
            </a:r>
            <a:endParaRPr sz="1800">
              <a:solidFill>
                <a:schemeClr val="lt1"/>
              </a:solidFill>
              <a:latin typeface="Consolas"/>
              <a:ea typeface="Consolas"/>
              <a:cs typeface="Consolas"/>
              <a:sym typeface="Consolas"/>
            </a:endParaRPr>
          </a:p>
        </p:txBody>
      </p:sp>
      <p:sp>
        <p:nvSpPr>
          <p:cNvPr id="888" name="Google Shape;888;p26"/>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9" name="Google Shape;889;p26"/>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90" name="Google Shape;890;p26"/>
          <p:cNvGrpSpPr/>
          <p:nvPr/>
        </p:nvGrpSpPr>
        <p:grpSpPr>
          <a:xfrm>
            <a:off x="7890091" y="9500"/>
            <a:ext cx="745600" cy="385788"/>
            <a:chOff x="7518850" y="258820"/>
            <a:chExt cx="745600" cy="385788"/>
          </a:xfrm>
        </p:grpSpPr>
        <p:sp>
          <p:nvSpPr>
            <p:cNvPr id="891" name="Google Shape;891;p26"/>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6"/>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3" name="Google Shape;893;p26"/>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4" name="Google Shape;894;p26"/>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895" name="Google Shape;895;p26"/>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6" name="Google Shape;896;p26"/>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897" name="Google Shape;897;p26"/>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300">
                <a:solidFill>
                  <a:srgbClr val="262626"/>
                </a:solidFill>
                <a:latin typeface="Tahoma"/>
                <a:ea typeface="Tahoma"/>
                <a:cs typeface="Tahoma"/>
                <a:sym typeface="Tahoma"/>
              </a:rPr>
              <a:t>Creating the Installation Media​</a:t>
            </a:r>
            <a:endParaRPr b="1" sz="3600">
              <a:solidFill>
                <a:srgbClr val="262626"/>
              </a:solidFill>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01" name="Shape 901"/>
        <p:cNvGrpSpPr/>
        <p:nvPr/>
      </p:nvGrpSpPr>
      <p:grpSpPr>
        <a:xfrm>
          <a:off x="0" y="0"/>
          <a:ext cx="0" cy="0"/>
          <a:chOff x="0" y="0"/>
          <a:chExt cx="0" cy="0"/>
        </a:xfrm>
      </p:grpSpPr>
      <p:sp>
        <p:nvSpPr>
          <p:cNvPr id="902" name="Google Shape;902;p27"/>
          <p:cNvSpPr/>
          <p:nvPr/>
        </p:nvSpPr>
        <p:spPr>
          <a:xfrm>
            <a:off x="4735675"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3" name="Google Shape;903;p27"/>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4" name="Google Shape;904;p27"/>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05" name="Google Shape;905;p27"/>
          <p:cNvGrpSpPr/>
          <p:nvPr/>
        </p:nvGrpSpPr>
        <p:grpSpPr>
          <a:xfrm>
            <a:off x="7890091" y="9500"/>
            <a:ext cx="745600" cy="385788"/>
            <a:chOff x="7518850" y="258820"/>
            <a:chExt cx="745600" cy="385788"/>
          </a:xfrm>
        </p:grpSpPr>
        <p:sp>
          <p:nvSpPr>
            <p:cNvPr id="906" name="Google Shape;906;p27"/>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7"/>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8" name="Google Shape;908;p27"/>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9" name="Google Shape;909;p27"/>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910" name="Google Shape;910;p27"/>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1" name="Google Shape;911;p27"/>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912" name="Google Shape;912;p27"/>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300">
                <a:solidFill>
                  <a:srgbClr val="262626"/>
                </a:solidFill>
                <a:latin typeface="Tahoma"/>
                <a:ea typeface="Tahoma"/>
                <a:cs typeface="Tahoma"/>
                <a:sym typeface="Tahoma"/>
              </a:rPr>
              <a:t>Creating the Installation Media​</a:t>
            </a:r>
            <a:endParaRPr b="1" sz="3300">
              <a:solidFill>
                <a:srgbClr val="262626"/>
              </a:solidFill>
              <a:latin typeface="Tahoma"/>
              <a:ea typeface="Tahoma"/>
              <a:cs typeface="Tahoma"/>
              <a:sym typeface="Tahoma"/>
            </a:endParaRPr>
          </a:p>
        </p:txBody>
      </p:sp>
      <p:sp>
        <p:nvSpPr>
          <p:cNvPr id="913" name="Google Shape;913;p27"/>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4" name="Google Shape;914;p27"/>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15" name="Google Shape;915;p27"/>
          <p:cNvGrpSpPr/>
          <p:nvPr/>
        </p:nvGrpSpPr>
        <p:grpSpPr>
          <a:xfrm>
            <a:off x="508400" y="1165100"/>
            <a:ext cx="2768206" cy="235500"/>
            <a:chOff x="894600" y="1165100"/>
            <a:chExt cx="2768206" cy="235500"/>
          </a:xfrm>
        </p:grpSpPr>
        <p:sp>
          <p:nvSpPr>
            <p:cNvPr id="916" name="Google Shape;916;p27"/>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17" name="Google Shape;917;p27"/>
            <p:cNvGrpSpPr/>
            <p:nvPr/>
          </p:nvGrpSpPr>
          <p:grpSpPr>
            <a:xfrm>
              <a:off x="894600" y="1165100"/>
              <a:ext cx="2768206" cy="235500"/>
              <a:chOff x="894600" y="1165100"/>
              <a:chExt cx="2768206" cy="235500"/>
            </a:xfrm>
          </p:grpSpPr>
          <p:sp>
            <p:nvSpPr>
              <p:cNvPr id="918" name="Google Shape;918;p27"/>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919" name="Google Shape;919;p27"/>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920" name="Google Shape;920;p27"/>
          <p:cNvSpPr/>
          <p:nvPr/>
        </p:nvSpPr>
        <p:spPr>
          <a:xfrm>
            <a:off x="508250" y="1418350"/>
            <a:ext cx="4063800" cy="3492600"/>
          </a:xfrm>
          <a:prstGeom prst="roundRect">
            <a:avLst>
              <a:gd fmla="val 0" name="adj"/>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Lastly, we need to flash the iso file onto a drive</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This can be done with several programs (e.g., etcher and rufus)</a:t>
            </a:r>
            <a:endParaRPr sz="1800">
              <a:solidFill>
                <a:srgbClr val="F3F3F3"/>
              </a:solidFill>
              <a:latin typeface="Consolas"/>
              <a:ea typeface="Consolas"/>
              <a:cs typeface="Consolas"/>
              <a:sym typeface="Consolas"/>
            </a:endParaRPr>
          </a:p>
        </p:txBody>
      </p:sp>
      <p:grpSp>
        <p:nvGrpSpPr>
          <p:cNvPr id="921" name="Google Shape;921;p27"/>
          <p:cNvGrpSpPr/>
          <p:nvPr/>
        </p:nvGrpSpPr>
        <p:grpSpPr>
          <a:xfrm>
            <a:off x="3977133" y="1069247"/>
            <a:ext cx="569648" cy="349096"/>
            <a:chOff x="8367425" y="992000"/>
            <a:chExt cx="605944" cy="371339"/>
          </a:xfrm>
        </p:grpSpPr>
        <p:sp>
          <p:nvSpPr>
            <p:cNvPr id="922" name="Google Shape;922;p27"/>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923" name="Google Shape;923;p27"/>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924" name="Google Shape;924;p27"/>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925" name="Google Shape;925;p27"/>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926" name="Google Shape;926;p27"/>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927" name="Google Shape;927;p27"/>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928" name="Google Shape;928;p27"/>
          <p:cNvSpPr/>
          <p:nvPr/>
        </p:nvSpPr>
        <p:spPr>
          <a:xfrm>
            <a:off x="4735750"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9" name="Google Shape;929;p27"/>
          <p:cNvSpPr/>
          <p:nvPr/>
        </p:nvSpPr>
        <p:spPr>
          <a:xfrm>
            <a:off x="4735750"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0" name="Google Shape;930;p27"/>
          <p:cNvSpPr/>
          <p:nvPr/>
        </p:nvSpPr>
        <p:spPr>
          <a:xfrm>
            <a:off x="4735750"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1" name="Google Shape;931;p27"/>
          <p:cNvSpPr/>
          <p:nvPr/>
        </p:nvSpPr>
        <p:spPr>
          <a:xfrm>
            <a:off x="4735746"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2" name="Google Shape;932;p27"/>
          <p:cNvSpPr txBox="1"/>
          <p:nvPr/>
        </p:nvSpPr>
        <p:spPr>
          <a:xfrm>
            <a:off x="4735675"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933" name="Google Shape;933;p27"/>
          <p:cNvPicPr preferRelativeResize="0"/>
          <p:nvPr/>
        </p:nvPicPr>
        <p:blipFill>
          <a:blip r:embed="rId4">
            <a:alphaModFix/>
          </a:blip>
          <a:stretch>
            <a:fillRect/>
          </a:stretch>
        </p:blipFill>
        <p:spPr>
          <a:xfrm>
            <a:off x="4761975" y="1548273"/>
            <a:ext cx="450650" cy="2295025"/>
          </a:xfrm>
          <a:prstGeom prst="rect">
            <a:avLst/>
          </a:prstGeom>
          <a:noFill/>
          <a:ln>
            <a:noFill/>
          </a:ln>
        </p:spPr>
      </p:pic>
      <p:sp>
        <p:nvSpPr>
          <p:cNvPr id="934" name="Google Shape;934;p27"/>
          <p:cNvSpPr/>
          <p:nvPr/>
        </p:nvSpPr>
        <p:spPr>
          <a:xfrm>
            <a:off x="4855175"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5" name="Google Shape;935;p27"/>
          <p:cNvSpPr/>
          <p:nvPr/>
        </p:nvSpPr>
        <p:spPr>
          <a:xfrm>
            <a:off x="5153875"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6" name="Google Shape;936;p27"/>
          <p:cNvSpPr/>
          <p:nvPr/>
        </p:nvSpPr>
        <p:spPr>
          <a:xfrm>
            <a:off x="5153875"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7" name="Google Shape;937;p27"/>
          <p:cNvSpPr/>
          <p:nvPr/>
        </p:nvSpPr>
        <p:spPr>
          <a:xfrm>
            <a:off x="5303775"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8" name="Google Shape;938;p27"/>
          <p:cNvSpPr/>
          <p:nvPr/>
        </p:nvSpPr>
        <p:spPr>
          <a:xfrm>
            <a:off x="5303775"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9" name="Google Shape;939;p27"/>
          <p:cNvSpPr/>
          <p:nvPr/>
        </p:nvSpPr>
        <p:spPr>
          <a:xfrm>
            <a:off x="5445675"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0" name="Google Shape;940;p27"/>
          <p:cNvSpPr/>
          <p:nvPr/>
        </p:nvSpPr>
        <p:spPr>
          <a:xfrm>
            <a:off x="5445675"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1" name="Google Shape;941;p27"/>
          <p:cNvSpPr/>
          <p:nvPr/>
        </p:nvSpPr>
        <p:spPr>
          <a:xfrm>
            <a:off x="5595575"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2" name="Google Shape;942;p27"/>
          <p:cNvSpPr/>
          <p:nvPr/>
        </p:nvSpPr>
        <p:spPr>
          <a:xfrm>
            <a:off x="5595575"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3" name="Google Shape;943;p27"/>
          <p:cNvSpPr/>
          <p:nvPr/>
        </p:nvSpPr>
        <p:spPr>
          <a:xfrm>
            <a:off x="5745475"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4" name="Google Shape;944;p27"/>
          <p:cNvSpPr/>
          <p:nvPr/>
        </p:nvSpPr>
        <p:spPr>
          <a:xfrm>
            <a:off x="5745475"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5" name="Google Shape;945;p27"/>
          <p:cNvSpPr/>
          <p:nvPr/>
        </p:nvSpPr>
        <p:spPr>
          <a:xfrm>
            <a:off x="5895375"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6" name="Google Shape;946;p27"/>
          <p:cNvSpPr/>
          <p:nvPr/>
        </p:nvSpPr>
        <p:spPr>
          <a:xfrm>
            <a:off x="5895375"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7" name="Google Shape;947;p27"/>
          <p:cNvSpPr/>
          <p:nvPr/>
        </p:nvSpPr>
        <p:spPr>
          <a:xfrm>
            <a:off x="6037275"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8" name="Google Shape;948;p27"/>
          <p:cNvSpPr/>
          <p:nvPr/>
        </p:nvSpPr>
        <p:spPr>
          <a:xfrm>
            <a:off x="60372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9" name="Google Shape;949;p27"/>
          <p:cNvSpPr/>
          <p:nvPr/>
        </p:nvSpPr>
        <p:spPr>
          <a:xfrm>
            <a:off x="6187175"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0" name="Google Shape;950;p27"/>
          <p:cNvSpPr/>
          <p:nvPr/>
        </p:nvSpPr>
        <p:spPr>
          <a:xfrm>
            <a:off x="6187175"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1" name="Google Shape;951;p27"/>
          <p:cNvSpPr/>
          <p:nvPr/>
        </p:nvSpPr>
        <p:spPr>
          <a:xfrm>
            <a:off x="6337075"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2" name="Google Shape;952;p27"/>
          <p:cNvSpPr/>
          <p:nvPr/>
        </p:nvSpPr>
        <p:spPr>
          <a:xfrm>
            <a:off x="6337075"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3" name="Google Shape;953;p27"/>
          <p:cNvSpPr/>
          <p:nvPr/>
        </p:nvSpPr>
        <p:spPr>
          <a:xfrm>
            <a:off x="6486975"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4" name="Google Shape;954;p27"/>
          <p:cNvSpPr/>
          <p:nvPr/>
        </p:nvSpPr>
        <p:spPr>
          <a:xfrm>
            <a:off x="6486975"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5" name="Google Shape;955;p27"/>
          <p:cNvSpPr/>
          <p:nvPr/>
        </p:nvSpPr>
        <p:spPr>
          <a:xfrm>
            <a:off x="6636875"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6" name="Google Shape;956;p27"/>
          <p:cNvSpPr/>
          <p:nvPr/>
        </p:nvSpPr>
        <p:spPr>
          <a:xfrm>
            <a:off x="6636875"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7" name="Google Shape;957;p27"/>
          <p:cNvSpPr/>
          <p:nvPr/>
        </p:nvSpPr>
        <p:spPr>
          <a:xfrm>
            <a:off x="6786775"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8" name="Google Shape;958;p27"/>
          <p:cNvSpPr/>
          <p:nvPr/>
        </p:nvSpPr>
        <p:spPr>
          <a:xfrm>
            <a:off x="67867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9" name="Google Shape;959;p27"/>
          <p:cNvSpPr/>
          <p:nvPr/>
        </p:nvSpPr>
        <p:spPr>
          <a:xfrm>
            <a:off x="6928675"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0" name="Google Shape;960;p27"/>
          <p:cNvSpPr/>
          <p:nvPr/>
        </p:nvSpPr>
        <p:spPr>
          <a:xfrm>
            <a:off x="6928675"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1" name="Google Shape;961;p27"/>
          <p:cNvSpPr/>
          <p:nvPr/>
        </p:nvSpPr>
        <p:spPr>
          <a:xfrm>
            <a:off x="7078575"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2" name="Google Shape;962;p27"/>
          <p:cNvSpPr/>
          <p:nvPr/>
        </p:nvSpPr>
        <p:spPr>
          <a:xfrm>
            <a:off x="7078575"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3" name="Google Shape;963;p27"/>
          <p:cNvSpPr/>
          <p:nvPr/>
        </p:nvSpPr>
        <p:spPr>
          <a:xfrm>
            <a:off x="4968686"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4" name="Google Shape;964;p27"/>
          <p:cNvSpPr/>
          <p:nvPr/>
        </p:nvSpPr>
        <p:spPr>
          <a:xfrm>
            <a:off x="4908761"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5" name="Google Shape;965;p27"/>
          <p:cNvSpPr/>
          <p:nvPr/>
        </p:nvSpPr>
        <p:spPr>
          <a:xfrm>
            <a:off x="4735675" y="4720025"/>
            <a:ext cx="3827400" cy="1713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6" name="Google Shape;966;p27"/>
          <p:cNvSpPr/>
          <p:nvPr/>
        </p:nvSpPr>
        <p:spPr>
          <a:xfrm>
            <a:off x="4735750" y="1195025"/>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7" name="Google Shape;967;p27"/>
          <p:cNvSpPr txBox="1"/>
          <p:nvPr/>
        </p:nvSpPr>
        <p:spPr>
          <a:xfrm>
            <a:off x="4733075" y="4733825"/>
            <a:ext cx="1845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For Help, click Help Topics on the Help Menu.</a:t>
            </a:r>
            <a:endParaRPr sz="700">
              <a:solidFill>
                <a:schemeClr val="accent2"/>
              </a:solidFill>
              <a:latin typeface="Tahoma"/>
              <a:ea typeface="Tahoma"/>
              <a:cs typeface="Tahoma"/>
              <a:sym typeface="Tahoma"/>
            </a:endParaRPr>
          </a:p>
        </p:txBody>
      </p:sp>
      <p:sp>
        <p:nvSpPr>
          <p:cNvPr id="968" name="Google Shape;968;p27"/>
          <p:cNvSpPr/>
          <p:nvPr/>
        </p:nvSpPr>
        <p:spPr>
          <a:xfrm>
            <a:off x="5238850"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9" name="Google Shape;969;p27"/>
          <p:cNvSpPr txBox="1"/>
          <p:nvPr/>
        </p:nvSpPr>
        <p:spPr>
          <a:xfrm>
            <a:off x="4722375"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grpSp>
        <p:nvGrpSpPr>
          <p:cNvPr id="970" name="Google Shape;970;p27"/>
          <p:cNvGrpSpPr/>
          <p:nvPr/>
        </p:nvGrpSpPr>
        <p:grpSpPr>
          <a:xfrm>
            <a:off x="7853691" y="1055825"/>
            <a:ext cx="745600" cy="385788"/>
            <a:chOff x="7518850" y="258820"/>
            <a:chExt cx="745600" cy="385788"/>
          </a:xfrm>
        </p:grpSpPr>
        <p:sp>
          <p:nvSpPr>
            <p:cNvPr id="971" name="Google Shape;971;p27"/>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7"/>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3" name="Google Shape;973;p27"/>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4" name="Google Shape;974;p27"/>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975" name="Google Shape;975;p27"/>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6" name="Google Shape;976;p27"/>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977" name="Google Shape;977;p27"/>
          <p:cNvSpPr txBox="1"/>
          <p:nvPr/>
        </p:nvSpPr>
        <p:spPr>
          <a:xfrm>
            <a:off x="5337666" y="1653279"/>
            <a:ext cx="1055700" cy="1055700"/>
          </a:xfrm>
          <a:prstGeom prst="rect">
            <a:avLst/>
          </a:prstGeom>
          <a:noFill/>
          <a:ln>
            <a:noFill/>
          </a:ln>
        </p:spPr>
        <p:txBody>
          <a:bodyPr anchorCtr="0" anchor="ctr" bIns="32175" lIns="32175" spcFirstLastPara="1" rIns="32175" wrap="square" tIns="32175">
            <a:noAutofit/>
          </a:bodyPr>
          <a:lstStyle/>
          <a:p>
            <a:pPr indent="0" lvl="0" marL="0" rtl="0" algn="l">
              <a:spcBef>
                <a:spcPts val="0"/>
              </a:spcBef>
              <a:spcAft>
                <a:spcPts val="0"/>
              </a:spcAft>
              <a:buNone/>
            </a:pPr>
            <a:r>
              <a:rPr lang="en" sz="493"/>
              <a:t> </a:t>
            </a:r>
            <a:endParaRPr sz="493"/>
          </a:p>
        </p:txBody>
      </p:sp>
      <p:sp>
        <p:nvSpPr>
          <p:cNvPr id="978" name="Google Shape;978;p27"/>
          <p:cNvSpPr txBox="1"/>
          <p:nvPr/>
        </p:nvSpPr>
        <p:spPr>
          <a:xfrm>
            <a:off x="5337679" y="3112229"/>
            <a:ext cx="1055700" cy="1055700"/>
          </a:xfrm>
          <a:prstGeom prst="rect">
            <a:avLst/>
          </a:prstGeom>
          <a:noFill/>
          <a:ln>
            <a:noFill/>
          </a:ln>
        </p:spPr>
        <p:txBody>
          <a:bodyPr anchorCtr="0" anchor="ctr" bIns="32175" lIns="32175" spcFirstLastPara="1" rIns="32175" wrap="square" tIns="32175">
            <a:noAutofit/>
          </a:bodyPr>
          <a:lstStyle/>
          <a:p>
            <a:pPr indent="0" lvl="0" marL="0" rtl="0" algn="l">
              <a:spcBef>
                <a:spcPts val="0"/>
              </a:spcBef>
              <a:spcAft>
                <a:spcPts val="0"/>
              </a:spcAft>
              <a:buNone/>
            </a:pPr>
            <a:r>
              <a:rPr lang="en" sz="493"/>
              <a:t> </a:t>
            </a:r>
            <a:endParaRPr sz="493"/>
          </a:p>
        </p:txBody>
      </p:sp>
      <p:sp>
        <p:nvSpPr>
          <p:cNvPr id="979" name="Google Shape;979;p27"/>
          <p:cNvSpPr txBox="1"/>
          <p:nvPr/>
        </p:nvSpPr>
        <p:spPr>
          <a:xfrm>
            <a:off x="5389774" y="2018962"/>
            <a:ext cx="1344900" cy="1344900"/>
          </a:xfrm>
          <a:prstGeom prst="rect">
            <a:avLst/>
          </a:prstGeom>
          <a:noFill/>
          <a:ln>
            <a:noFill/>
          </a:ln>
        </p:spPr>
        <p:txBody>
          <a:bodyPr anchorCtr="0" anchor="ctr" bIns="41000" lIns="41000" spcFirstLastPara="1" rIns="41000" wrap="square" tIns="41000">
            <a:noAutofit/>
          </a:bodyPr>
          <a:lstStyle/>
          <a:p>
            <a:pPr indent="0" lvl="0" marL="0" rtl="0" algn="l">
              <a:spcBef>
                <a:spcPts val="0"/>
              </a:spcBef>
              <a:spcAft>
                <a:spcPts val="0"/>
              </a:spcAft>
              <a:buNone/>
            </a:pPr>
            <a:r>
              <a:rPr lang="en" sz="628"/>
              <a:t> </a:t>
            </a:r>
            <a:endParaRPr sz="628"/>
          </a:p>
        </p:txBody>
      </p:sp>
      <p:pic>
        <p:nvPicPr>
          <p:cNvPr id="980" name="Google Shape;980;p27"/>
          <p:cNvPicPr preferRelativeResize="0"/>
          <p:nvPr/>
        </p:nvPicPr>
        <p:blipFill>
          <a:blip r:embed="rId5">
            <a:alphaModFix/>
          </a:blip>
          <a:stretch>
            <a:fillRect/>
          </a:stretch>
        </p:blipFill>
        <p:spPr>
          <a:xfrm>
            <a:off x="5238850" y="2123800"/>
            <a:ext cx="3324300" cy="16859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4" name="Shape 984"/>
        <p:cNvGrpSpPr/>
        <p:nvPr/>
      </p:nvGrpSpPr>
      <p:grpSpPr>
        <a:xfrm>
          <a:off x="0" y="0"/>
          <a:ext cx="0" cy="0"/>
          <a:chOff x="0" y="0"/>
          <a:chExt cx="0" cy="0"/>
        </a:xfrm>
      </p:grpSpPr>
      <p:sp>
        <p:nvSpPr>
          <p:cNvPr id="985" name="Google Shape;985;p28"/>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6" name="Google Shape;986;p28"/>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87" name="Google Shape;987;p28"/>
          <p:cNvGrpSpPr/>
          <p:nvPr/>
        </p:nvGrpSpPr>
        <p:grpSpPr>
          <a:xfrm>
            <a:off x="8001078" y="1069247"/>
            <a:ext cx="569648" cy="349096"/>
            <a:chOff x="8367425" y="992000"/>
            <a:chExt cx="605944" cy="371339"/>
          </a:xfrm>
        </p:grpSpPr>
        <p:sp>
          <p:nvSpPr>
            <p:cNvPr id="988" name="Google Shape;988;p28"/>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989" name="Google Shape;989;p28"/>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990" name="Google Shape;990;p28"/>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991" name="Google Shape;991;p28"/>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992" name="Google Shape;992;p28"/>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993" name="Google Shape;993;p28"/>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994" name="Google Shape;994;p28"/>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995" name="Google Shape;995;p28"/>
          <p:cNvGrpSpPr/>
          <p:nvPr/>
        </p:nvGrpSpPr>
        <p:grpSpPr>
          <a:xfrm>
            <a:off x="508338" y="1169600"/>
            <a:ext cx="325800" cy="226500"/>
            <a:chOff x="1280775" y="1182975"/>
            <a:chExt cx="325800" cy="226500"/>
          </a:xfrm>
        </p:grpSpPr>
        <p:sp>
          <p:nvSpPr>
            <p:cNvPr id="996" name="Google Shape;996;p28"/>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7" name="Google Shape;997;p28"/>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998" name="Google Shape;998;p28"/>
          <p:cNvSpPr/>
          <p:nvPr/>
        </p:nvSpPr>
        <p:spPr>
          <a:xfrm>
            <a:off x="508338" y="1418350"/>
            <a:ext cx="8091000" cy="3492600"/>
          </a:xfrm>
          <a:prstGeom prst="roundRect">
            <a:avLst>
              <a:gd fmla="val 0" name="adj"/>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3F3F3"/>
                </a:solidFill>
                <a:latin typeface="Consolas"/>
                <a:ea typeface="Consolas"/>
                <a:cs typeface="Consolas"/>
                <a:sym typeface="Consolas"/>
              </a:rPr>
              <a:t>Now that you have a Linux distro on a drive (e.g. a USB stick), we can boot the computer from it</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1AAD09"/>
              </a:buClr>
              <a:buSzPts val="1800"/>
              <a:buFont typeface="Consolas"/>
              <a:buAutoNum type="arabicPeriod"/>
            </a:pPr>
            <a:r>
              <a:rPr lang="en" sz="1800">
                <a:solidFill>
                  <a:srgbClr val="1AAD09"/>
                </a:solidFill>
                <a:latin typeface="Consolas"/>
                <a:ea typeface="Consolas"/>
                <a:cs typeface="Consolas"/>
                <a:sym typeface="Consolas"/>
              </a:rPr>
              <a:t>Insert your drive into the computer.</a:t>
            </a:r>
            <a:endParaRPr sz="1800">
              <a:solidFill>
                <a:srgbClr val="1AAD09"/>
              </a:solidFill>
              <a:latin typeface="Consolas"/>
              <a:ea typeface="Consolas"/>
              <a:cs typeface="Consolas"/>
              <a:sym typeface="Consolas"/>
            </a:endParaRPr>
          </a:p>
          <a:p>
            <a:pPr indent="-342900" lvl="0" marL="457200" rtl="0" algn="l">
              <a:spcBef>
                <a:spcPts val="0"/>
              </a:spcBef>
              <a:spcAft>
                <a:spcPts val="0"/>
              </a:spcAft>
              <a:buClr>
                <a:srgbClr val="1AAD09"/>
              </a:buClr>
              <a:buSzPts val="1800"/>
              <a:buFont typeface="Consolas"/>
              <a:buAutoNum type="arabicPeriod"/>
            </a:pPr>
            <a:r>
              <a:rPr lang="en" sz="1800">
                <a:solidFill>
                  <a:srgbClr val="1AAD09"/>
                </a:solidFill>
                <a:latin typeface="Consolas"/>
                <a:ea typeface="Consolas"/>
                <a:cs typeface="Consolas"/>
                <a:sym typeface="Consolas"/>
              </a:rPr>
              <a:t>Restart your computer.</a:t>
            </a:r>
            <a:endParaRPr sz="1800">
              <a:solidFill>
                <a:srgbClr val="1AAD09"/>
              </a:solidFill>
              <a:latin typeface="Consolas"/>
              <a:ea typeface="Consolas"/>
              <a:cs typeface="Consolas"/>
              <a:sym typeface="Consolas"/>
            </a:endParaRPr>
          </a:p>
          <a:p>
            <a:pPr indent="-342900" lvl="0" marL="457200" rtl="0" algn="l">
              <a:spcBef>
                <a:spcPts val="0"/>
              </a:spcBef>
              <a:spcAft>
                <a:spcPts val="0"/>
              </a:spcAft>
              <a:buClr>
                <a:srgbClr val="1AAD09"/>
              </a:buClr>
              <a:buSzPts val="1800"/>
              <a:buFont typeface="Consolas"/>
              <a:buAutoNum type="arabicPeriod"/>
            </a:pPr>
            <a:r>
              <a:rPr lang="en" sz="1800">
                <a:solidFill>
                  <a:srgbClr val="1AAD09"/>
                </a:solidFill>
                <a:latin typeface="Consolas"/>
                <a:ea typeface="Consolas"/>
                <a:cs typeface="Consolas"/>
                <a:sym typeface="Consolas"/>
              </a:rPr>
              <a:t>Before your computer boots your current operating system, you should press a special key to open the BIOS or boot menu</a:t>
            </a:r>
            <a:endParaRPr sz="1800">
              <a:solidFill>
                <a:srgbClr val="1AAD09"/>
              </a:solidFill>
              <a:latin typeface="Consolas"/>
              <a:ea typeface="Consolas"/>
              <a:cs typeface="Consolas"/>
              <a:sym typeface="Consolas"/>
            </a:endParaRPr>
          </a:p>
          <a:p>
            <a:pPr indent="-342900" lvl="1" marL="914400" rtl="0" algn="l">
              <a:spcBef>
                <a:spcPts val="0"/>
              </a:spcBef>
              <a:spcAft>
                <a:spcPts val="0"/>
              </a:spcAft>
              <a:buClr>
                <a:srgbClr val="1AAD09"/>
              </a:buClr>
              <a:buSzPts val="1800"/>
              <a:buFont typeface="Consolas"/>
              <a:buChar char="○"/>
            </a:pPr>
            <a:r>
              <a:rPr lang="en" sz="1800">
                <a:solidFill>
                  <a:srgbClr val="1AAD09"/>
                </a:solidFill>
                <a:latin typeface="Consolas"/>
                <a:ea typeface="Consolas"/>
                <a:cs typeface="Consolas"/>
                <a:sym typeface="Consolas"/>
              </a:rPr>
              <a:t>Consult your computer documentation to learn which key that is. Dell typically uses F2 for BIOS and F12 for the boot menu, while HP often uses Esc for the boot menu and F10 for BIOS</a:t>
            </a:r>
            <a:endParaRPr sz="1800">
              <a:solidFill>
                <a:srgbClr val="1AAD09"/>
              </a:solidFill>
              <a:latin typeface="Consolas"/>
              <a:ea typeface="Consolas"/>
              <a:cs typeface="Consolas"/>
              <a:sym typeface="Consolas"/>
            </a:endParaRPr>
          </a:p>
        </p:txBody>
      </p:sp>
      <p:sp>
        <p:nvSpPr>
          <p:cNvPr id="999" name="Google Shape;999;p28"/>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0" name="Google Shape;1000;p28"/>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01" name="Google Shape;1001;p28"/>
          <p:cNvGrpSpPr/>
          <p:nvPr/>
        </p:nvGrpSpPr>
        <p:grpSpPr>
          <a:xfrm>
            <a:off x="7890091" y="9500"/>
            <a:ext cx="745600" cy="385788"/>
            <a:chOff x="7518850" y="258820"/>
            <a:chExt cx="745600" cy="385788"/>
          </a:xfrm>
        </p:grpSpPr>
        <p:sp>
          <p:nvSpPr>
            <p:cNvPr id="1002" name="Google Shape;1002;p28"/>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8"/>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4" name="Google Shape;1004;p28"/>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5" name="Google Shape;1005;p28"/>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006" name="Google Shape;1006;p28"/>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7" name="Google Shape;1007;p28"/>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008" name="Google Shape;1008;p28"/>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Booting Linux</a:t>
            </a:r>
            <a:endParaRPr b="1" sz="3600">
              <a:solidFill>
                <a:srgbClr val="262626"/>
              </a:solidFill>
              <a:latin typeface="Tahoma"/>
              <a:ea typeface="Tahoma"/>
              <a:cs typeface="Tahoma"/>
              <a:sym typeface="Tahom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2" name="Shape 1012"/>
        <p:cNvGrpSpPr/>
        <p:nvPr/>
      </p:nvGrpSpPr>
      <p:grpSpPr>
        <a:xfrm>
          <a:off x="0" y="0"/>
          <a:ext cx="0" cy="0"/>
          <a:chOff x="0" y="0"/>
          <a:chExt cx="0" cy="0"/>
        </a:xfrm>
      </p:grpSpPr>
      <p:sp>
        <p:nvSpPr>
          <p:cNvPr id="1013" name="Google Shape;1013;p29"/>
          <p:cNvSpPr/>
          <p:nvPr/>
        </p:nvSpPr>
        <p:spPr>
          <a:xfrm>
            <a:off x="4735675"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4" name="Google Shape;1014;p29"/>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5" name="Google Shape;1015;p29"/>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16" name="Google Shape;1016;p29"/>
          <p:cNvGrpSpPr/>
          <p:nvPr/>
        </p:nvGrpSpPr>
        <p:grpSpPr>
          <a:xfrm>
            <a:off x="7890091" y="9500"/>
            <a:ext cx="745600" cy="385788"/>
            <a:chOff x="7518850" y="258820"/>
            <a:chExt cx="745600" cy="385788"/>
          </a:xfrm>
        </p:grpSpPr>
        <p:sp>
          <p:nvSpPr>
            <p:cNvPr id="1017" name="Google Shape;1017;p29"/>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9"/>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9" name="Google Shape;1019;p29"/>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0" name="Google Shape;1020;p29"/>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021" name="Google Shape;1021;p29"/>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2" name="Google Shape;1022;p29"/>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023" name="Google Shape;1023;p29"/>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Booting Linux</a:t>
            </a:r>
            <a:endParaRPr b="1" sz="3600">
              <a:solidFill>
                <a:srgbClr val="262626"/>
              </a:solidFill>
              <a:latin typeface="Tahoma"/>
              <a:ea typeface="Tahoma"/>
              <a:cs typeface="Tahoma"/>
              <a:sym typeface="Tahoma"/>
            </a:endParaRPr>
          </a:p>
        </p:txBody>
      </p:sp>
      <p:sp>
        <p:nvSpPr>
          <p:cNvPr id="1024" name="Google Shape;1024;p29"/>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5" name="Google Shape;1025;p29"/>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26" name="Google Shape;1026;p29"/>
          <p:cNvGrpSpPr/>
          <p:nvPr/>
        </p:nvGrpSpPr>
        <p:grpSpPr>
          <a:xfrm>
            <a:off x="508400" y="1165100"/>
            <a:ext cx="2768206" cy="235500"/>
            <a:chOff x="894600" y="1165100"/>
            <a:chExt cx="2768206" cy="235500"/>
          </a:xfrm>
        </p:grpSpPr>
        <p:sp>
          <p:nvSpPr>
            <p:cNvPr id="1027" name="Google Shape;1027;p29"/>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28" name="Google Shape;1028;p29"/>
            <p:cNvGrpSpPr/>
            <p:nvPr/>
          </p:nvGrpSpPr>
          <p:grpSpPr>
            <a:xfrm>
              <a:off x="894600" y="1165100"/>
              <a:ext cx="2768206" cy="235500"/>
              <a:chOff x="894600" y="1165100"/>
              <a:chExt cx="2768206" cy="235500"/>
            </a:xfrm>
          </p:grpSpPr>
          <p:sp>
            <p:nvSpPr>
              <p:cNvPr id="1029" name="Google Shape;1029;p29"/>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1030" name="Google Shape;1030;p29"/>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1031" name="Google Shape;1031;p29"/>
          <p:cNvSpPr/>
          <p:nvPr/>
        </p:nvSpPr>
        <p:spPr>
          <a:xfrm>
            <a:off x="508250" y="1418350"/>
            <a:ext cx="4063800" cy="3492600"/>
          </a:xfrm>
          <a:prstGeom prst="roundRect">
            <a:avLst>
              <a:gd fmla="val 0" name="adj"/>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1AAD09"/>
              </a:buClr>
              <a:buSzPts val="1800"/>
              <a:buFont typeface="Consolas"/>
              <a:buAutoNum type="arabicPeriod" startAt="4"/>
            </a:pPr>
            <a:r>
              <a:rPr lang="en" sz="1800">
                <a:solidFill>
                  <a:srgbClr val="1AAD09"/>
                </a:solidFill>
                <a:latin typeface="Consolas"/>
                <a:ea typeface="Consolas"/>
                <a:cs typeface="Consolas"/>
                <a:sym typeface="Consolas"/>
              </a:rPr>
              <a:t>Instruct your computer to boot from the Linux ISO</a:t>
            </a:r>
            <a:endParaRPr sz="1800">
              <a:solidFill>
                <a:srgbClr val="1AAD09"/>
              </a:solidFill>
              <a:latin typeface="Consolas"/>
              <a:ea typeface="Consolas"/>
              <a:cs typeface="Consolas"/>
              <a:sym typeface="Consolas"/>
            </a:endParaRPr>
          </a:p>
          <a:p>
            <a:pPr indent="-342900" lvl="1" marL="914400" rtl="0" algn="l">
              <a:spcBef>
                <a:spcPts val="0"/>
              </a:spcBef>
              <a:spcAft>
                <a:spcPts val="0"/>
              </a:spcAft>
              <a:buClr>
                <a:srgbClr val="1AAD09"/>
              </a:buClr>
              <a:buSzPts val="1800"/>
              <a:buFont typeface="Consolas"/>
              <a:buAutoNum type="alphaLcPeriod"/>
            </a:pPr>
            <a:r>
              <a:rPr lang="en" sz="1800">
                <a:solidFill>
                  <a:srgbClr val="1AAD09"/>
                </a:solidFill>
                <a:latin typeface="Consolas"/>
                <a:ea typeface="Consolas"/>
                <a:cs typeface="Consolas"/>
                <a:sym typeface="Consolas"/>
              </a:rPr>
              <a:t>It is common to see a grub menu or isolinux menu</a:t>
            </a:r>
            <a:endParaRPr sz="1800">
              <a:solidFill>
                <a:srgbClr val="1AAD09"/>
              </a:solidFill>
              <a:latin typeface="Consolas"/>
              <a:ea typeface="Consolas"/>
              <a:cs typeface="Consolas"/>
              <a:sym typeface="Consolas"/>
            </a:endParaRPr>
          </a:p>
          <a:p>
            <a:pPr indent="-342900" lvl="0" marL="457200" rtl="0" algn="l">
              <a:spcBef>
                <a:spcPts val="0"/>
              </a:spcBef>
              <a:spcAft>
                <a:spcPts val="0"/>
              </a:spcAft>
              <a:buClr>
                <a:srgbClr val="1AAD09"/>
              </a:buClr>
              <a:buSzPts val="1800"/>
              <a:buFont typeface="Consolas"/>
              <a:buAutoNum type="arabicPeriod" startAt="4"/>
            </a:pPr>
            <a:r>
              <a:rPr lang="en" sz="1800">
                <a:solidFill>
                  <a:srgbClr val="1AAD09"/>
                </a:solidFill>
                <a:latin typeface="Consolas"/>
                <a:ea typeface="Consolas"/>
                <a:cs typeface="Consolas"/>
                <a:sym typeface="Consolas"/>
              </a:rPr>
              <a:t>Press Enter to start Linux from your drive</a:t>
            </a:r>
            <a:endParaRPr sz="1800">
              <a:solidFill>
                <a:srgbClr val="1AAD09"/>
              </a:solidFill>
              <a:latin typeface="Consolas"/>
              <a:ea typeface="Consolas"/>
              <a:cs typeface="Consolas"/>
              <a:sym typeface="Consolas"/>
            </a:endParaRPr>
          </a:p>
        </p:txBody>
      </p:sp>
      <p:grpSp>
        <p:nvGrpSpPr>
          <p:cNvPr id="1032" name="Google Shape;1032;p29"/>
          <p:cNvGrpSpPr/>
          <p:nvPr/>
        </p:nvGrpSpPr>
        <p:grpSpPr>
          <a:xfrm>
            <a:off x="3977133" y="1069247"/>
            <a:ext cx="569648" cy="349096"/>
            <a:chOff x="8367425" y="992000"/>
            <a:chExt cx="605944" cy="371339"/>
          </a:xfrm>
        </p:grpSpPr>
        <p:sp>
          <p:nvSpPr>
            <p:cNvPr id="1033" name="Google Shape;1033;p29"/>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034" name="Google Shape;1034;p29"/>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035" name="Google Shape;1035;p29"/>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036" name="Google Shape;1036;p29"/>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037" name="Google Shape;1037;p29"/>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038" name="Google Shape;1038;p29"/>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039" name="Google Shape;1039;p29"/>
          <p:cNvSpPr/>
          <p:nvPr/>
        </p:nvSpPr>
        <p:spPr>
          <a:xfrm>
            <a:off x="4735750"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0" name="Google Shape;1040;p29"/>
          <p:cNvSpPr/>
          <p:nvPr/>
        </p:nvSpPr>
        <p:spPr>
          <a:xfrm>
            <a:off x="4735750"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1" name="Google Shape;1041;p29"/>
          <p:cNvSpPr/>
          <p:nvPr/>
        </p:nvSpPr>
        <p:spPr>
          <a:xfrm>
            <a:off x="4735750"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2" name="Google Shape;1042;p29"/>
          <p:cNvSpPr/>
          <p:nvPr/>
        </p:nvSpPr>
        <p:spPr>
          <a:xfrm>
            <a:off x="4735746"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3" name="Google Shape;1043;p29"/>
          <p:cNvSpPr txBox="1"/>
          <p:nvPr/>
        </p:nvSpPr>
        <p:spPr>
          <a:xfrm>
            <a:off x="4735675"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1044" name="Google Shape;1044;p29"/>
          <p:cNvPicPr preferRelativeResize="0"/>
          <p:nvPr/>
        </p:nvPicPr>
        <p:blipFill>
          <a:blip r:embed="rId4">
            <a:alphaModFix/>
          </a:blip>
          <a:stretch>
            <a:fillRect/>
          </a:stretch>
        </p:blipFill>
        <p:spPr>
          <a:xfrm>
            <a:off x="4761975" y="1548273"/>
            <a:ext cx="450650" cy="2295025"/>
          </a:xfrm>
          <a:prstGeom prst="rect">
            <a:avLst/>
          </a:prstGeom>
          <a:noFill/>
          <a:ln>
            <a:noFill/>
          </a:ln>
        </p:spPr>
      </p:pic>
      <p:sp>
        <p:nvSpPr>
          <p:cNvPr id="1045" name="Google Shape;1045;p29"/>
          <p:cNvSpPr/>
          <p:nvPr/>
        </p:nvSpPr>
        <p:spPr>
          <a:xfrm>
            <a:off x="4855175"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6" name="Google Shape;1046;p29"/>
          <p:cNvSpPr/>
          <p:nvPr/>
        </p:nvSpPr>
        <p:spPr>
          <a:xfrm>
            <a:off x="5153875"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7" name="Google Shape;1047;p29"/>
          <p:cNvSpPr/>
          <p:nvPr/>
        </p:nvSpPr>
        <p:spPr>
          <a:xfrm>
            <a:off x="5153875"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8" name="Google Shape;1048;p29"/>
          <p:cNvSpPr/>
          <p:nvPr/>
        </p:nvSpPr>
        <p:spPr>
          <a:xfrm>
            <a:off x="5303775"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9" name="Google Shape;1049;p29"/>
          <p:cNvSpPr/>
          <p:nvPr/>
        </p:nvSpPr>
        <p:spPr>
          <a:xfrm>
            <a:off x="5303775"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0" name="Google Shape;1050;p29"/>
          <p:cNvSpPr/>
          <p:nvPr/>
        </p:nvSpPr>
        <p:spPr>
          <a:xfrm>
            <a:off x="5445675"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1" name="Google Shape;1051;p29"/>
          <p:cNvSpPr/>
          <p:nvPr/>
        </p:nvSpPr>
        <p:spPr>
          <a:xfrm>
            <a:off x="5445675"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2" name="Google Shape;1052;p29"/>
          <p:cNvSpPr/>
          <p:nvPr/>
        </p:nvSpPr>
        <p:spPr>
          <a:xfrm>
            <a:off x="5595575"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3" name="Google Shape;1053;p29"/>
          <p:cNvSpPr/>
          <p:nvPr/>
        </p:nvSpPr>
        <p:spPr>
          <a:xfrm>
            <a:off x="5595575"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4" name="Google Shape;1054;p29"/>
          <p:cNvSpPr/>
          <p:nvPr/>
        </p:nvSpPr>
        <p:spPr>
          <a:xfrm>
            <a:off x="5745475"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5" name="Google Shape;1055;p29"/>
          <p:cNvSpPr/>
          <p:nvPr/>
        </p:nvSpPr>
        <p:spPr>
          <a:xfrm>
            <a:off x="5745475"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6" name="Google Shape;1056;p29"/>
          <p:cNvSpPr/>
          <p:nvPr/>
        </p:nvSpPr>
        <p:spPr>
          <a:xfrm>
            <a:off x="5895375"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7" name="Google Shape;1057;p29"/>
          <p:cNvSpPr/>
          <p:nvPr/>
        </p:nvSpPr>
        <p:spPr>
          <a:xfrm>
            <a:off x="5895375"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8" name="Google Shape;1058;p29"/>
          <p:cNvSpPr/>
          <p:nvPr/>
        </p:nvSpPr>
        <p:spPr>
          <a:xfrm>
            <a:off x="6037275"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9" name="Google Shape;1059;p29"/>
          <p:cNvSpPr/>
          <p:nvPr/>
        </p:nvSpPr>
        <p:spPr>
          <a:xfrm>
            <a:off x="60372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0" name="Google Shape;1060;p29"/>
          <p:cNvSpPr/>
          <p:nvPr/>
        </p:nvSpPr>
        <p:spPr>
          <a:xfrm>
            <a:off x="6187175"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1" name="Google Shape;1061;p29"/>
          <p:cNvSpPr/>
          <p:nvPr/>
        </p:nvSpPr>
        <p:spPr>
          <a:xfrm>
            <a:off x="6187175"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2" name="Google Shape;1062;p29"/>
          <p:cNvSpPr/>
          <p:nvPr/>
        </p:nvSpPr>
        <p:spPr>
          <a:xfrm>
            <a:off x="6337075"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3" name="Google Shape;1063;p29"/>
          <p:cNvSpPr/>
          <p:nvPr/>
        </p:nvSpPr>
        <p:spPr>
          <a:xfrm>
            <a:off x="6337075"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4" name="Google Shape;1064;p29"/>
          <p:cNvSpPr/>
          <p:nvPr/>
        </p:nvSpPr>
        <p:spPr>
          <a:xfrm>
            <a:off x="6486975"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5" name="Google Shape;1065;p29"/>
          <p:cNvSpPr/>
          <p:nvPr/>
        </p:nvSpPr>
        <p:spPr>
          <a:xfrm>
            <a:off x="6486975"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6" name="Google Shape;1066;p29"/>
          <p:cNvSpPr/>
          <p:nvPr/>
        </p:nvSpPr>
        <p:spPr>
          <a:xfrm>
            <a:off x="6636875"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7" name="Google Shape;1067;p29"/>
          <p:cNvSpPr/>
          <p:nvPr/>
        </p:nvSpPr>
        <p:spPr>
          <a:xfrm>
            <a:off x="6636875"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8" name="Google Shape;1068;p29"/>
          <p:cNvSpPr/>
          <p:nvPr/>
        </p:nvSpPr>
        <p:spPr>
          <a:xfrm>
            <a:off x="6786775"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9" name="Google Shape;1069;p29"/>
          <p:cNvSpPr/>
          <p:nvPr/>
        </p:nvSpPr>
        <p:spPr>
          <a:xfrm>
            <a:off x="67867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0" name="Google Shape;1070;p29"/>
          <p:cNvSpPr/>
          <p:nvPr/>
        </p:nvSpPr>
        <p:spPr>
          <a:xfrm>
            <a:off x="6928675"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1" name="Google Shape;1071;p29"/>
          <p:cNvSpPr/>
          <p:nvPr/>
        </p:nvSpPr>
        <p:spPr>
          <a:xfrm>
            <a:off x="6928675"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2" name="Google Shape;1072;p29"/>
          <p:cNvSpPr/>
          <p:nvPr/>
        </p:nvSpPr>
        <p:spPr>
          <a:xfrm>
            <a:off x="7078575"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3" name="Google Shape;1073;p29"/>
          <p:cNvSpPr/>
          <p:nvPr/>
        </p:nvSpPr>
        <p:spPr>
          <a:xfrm>
            <a:off x="7078575"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4" name="Google Shape;1074;p29"/>
          <p:cNvSpPr/>
          <p:nvPr/>
        </p:nvSpPr>
        <p:spPr>
          <a:xfrm>
            <a:off x="4968686"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5" name="Google Shape;1075;p29"/>
          <p:cNvSpPr/>
          <p:nvPr/>
        </p:nvSpPr>
        <p:spPr>
          <a:xfrm>
            <a:off x="4908761"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6" name="Google Shape;1076;p29"/>
          <p:cNvSpPr/>
          <p:nvPr/>
        </p:nvSpPr>
        <p:spPr>
          <a:xfrm>
            <a:off x="4735675" y="4720025"/>
            <a:ext cx="3827400" cy="1713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7" name="Google Shape;1077;p29"/>
          <p:cNvSpPr/>
          <p:nvPr/>
        </p:nvSpPr>
        <p:spPr>
          <a:xfrm>
            <a:off x="4735750" y="1195025"/>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8" name="Google Shape;1078;p29"/>
          <p:cNvSpPr txBox="1"/>
          <p:nvPr/>
        </p:nvSpPr>
        <p:spPr>
          <a:xfrm>
            <a:off x="4733075" y="4733825"/>
            <a:ext cx="1845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For Help, click Help Topics on the Help Menu.</a:t>
            </a:r>
            <a:endParaRPr sz="700">
              <a:solidFill>
                <a:schemeClr val="accent2"/>
              </a:solidFill>
              <a:latin typeface="Tahoma"/>
              <a:ea typeface="Tahoma"/>
              <a:cs typeface="Tahoma"/>
              <a:sym typeface="Tahoma"/>
            </a:endParaRPr>
          </a:p>
        </p:txBody>
      </p:sp>
      <p:sp>
        <p:nvSpPr>
          <p:cNvPr id="1079" name="Google Shape;1079;p29"/>
          <p:cNvSpPr/>
          <p:nvPr/>
        </p:nvSpPr>
        <p:spPr>
          <a:xfrm>
            <a:off x="5238850"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0" name="Google Shape;1080;p29"/>
          <p:cNvSpPr txBox="1"/>
          <p:nvPr/>
        </p:nvSpPr>
        <p:spPr>
          <a:xfrm>
            <a:off x="4722375"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grpSp>
        <p:nvGrpSpPr>
          <p:cNvPr id="1081" name="Google Shape;1081;p29"/>
          <p:cNvGrpSpPr/>
          <p:nvPr/>
        </p:nvGrpSpPr>
        <p:grpSpPr>
          <a:xfrm>
            <a:off x="7853691" y="1055825"/>
            <a:ext cx="745600" cy="385788"/>
            <a:chOff x="7518850" y="258820"/>
            <a:chExt cx="745600" cy="385788"/>
          </a:xfrm>
        </p:grpSpPr>
        <p:sp>
          <p:nvSpPr>
            <p:cNvPr id="1082" name="Google Shape;1082;p29"/>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9"/>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4" name="Google Shape;1084;p29"/>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5" name="Google Shape;1085;p29"/>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086" name="Google Shape;1086;p29"/>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7" name="Google Shape;1087;p29"/>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pic>
        <p:nvPicPr>
          <p:cNvPr id="1088" name="Google Shape;1088;p29"/>
          <p:cNvPicPr preferRelativeResize="0"/>
          <p:nvPr/>
        </p:nvPicPr>
        <p:blipFill>
          <a:blip r:embed="rId5">
            <a:alphaModFix/>
          </a:blip>
          <a:stretch>
            <a:fillRect/>
          </a:stretch>
        </p:blipFill>
        <p:spPr>
          <a:xfrm>
            <a:off x="5253825" y="1702706"/>
            <a:ext cx="3278150" cy="245861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2" name="Shape 1092"/>
        <p:cNvGrpSpPr/>
        <p:nvPr/>
      </p:nvGrpSpPr>
      <p:grpSpPr>
        <a:xfrm>
          <a:off x="0" y="0"/>
          <a:ext cx="0" cy="0"/>
          <a:chOff x="0" y="0"/>
          <a:chExt cx="0" cy="0"/>
        </a:xfrm>
      </p:grpSpPr>
      <p:sp>
        <p:nvSpPr>
          <p:cNvPr id="1093" name="Google Shape;1093;p30"/>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4" name="Google Shape;1094;p30"/>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95" name="Google Shape;1095;p30"/>
          <p:cNvGrpSpPr/>
          <p:nvPr/>
        </p:nvGrpSpPr>
        <p:grpSpPr>
          <a:xfrm>
            <a:off x="7890091" y="9500"/>
            <a:ext cx="745600" cy="385788"/>
            <a:chOff x="7518850" y="258820"/>
            <a:chExt cx="745600" cy="385788"/>
          </a:xfrm>
        </p:grpSpPr>
        <p:sp>
          <p:nvSpPr>
            <p:cNvPr id="1096" name="Google Shape;1096;p30"/>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0"/>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30"/>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9" name="Google Shape;1099;p30"/>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100" name="Google Shape;1100;p30"/>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1" name="Google Shape;1101;p30"/>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102" name="Google Shape;1102;p30"/>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Live Installer</a:t>
            </a:r>
            <a:endParaRPr b="1" sz="3600">
              <a:solidFill>
                <a:srgbClr val="262626"/>
              </a:solidFill>
              <a:latin typeface="Tahoma"/>
              <a:ea typeface="Tahoma"/>
              <a:cs typeface="Tahoma"/>
              <a:sym typeface="Tahoma"/>
            </a:endParaRPr>
          </a:p>
        </p:txBody>
      </p:sp>
      <p:sp>
        <p:nvSpPr>
          <p:cNvPr id="1103" name="Google Shape;1103;p30"/>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4" name="Google Shape;1104;p30"/>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05" name="Google Shape;1105;p30"/>
          <p:cNvGrpSpPr/>
          <p:nvPr/>
        </p:nvGrpSpPr>
        <p:grpSpPr>
          <a:xfrm>
            <a:off x="508400" y="1165100"/>
            <a:ext cx="2768206" cy="235500"/>
            <a:chOff x="894600" y="1165100"/>
            <a:chExt cx="2768206" cy="235500"/>
          </a:xfrm>
        </p:grpSpPr>
        <p:sp>
          <p:nvSpPr>
            <p:cNvPr id="1106" name="Google Shape;1106;p30"/>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07" name="Google Shape;1107;p30"/>
            <p:cNvGrpSpPr/>
            <p:nvPr/>
          </p:nvGrpSpPr>
          <p:grpSpPr>
            <a:xfrm>
              <a:off x="894600" y="1165100"/>
              <a:ext cx="2768206" cy="235500"/>
              <a:chOff x="894600" y="1165100"/>
              <a:chExt cx="2768206" cy="235500"/>
            </a:xfrm>
          </p:grpSpPr>
          <p:sp>
            <p:nvSpPr>
              <p:cNvPr id="1108" name="Google Shape;1108;p30"/>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1109" name="Google Shape;1109;p30"/>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1110" name="Google Shape;1110;p30"/>
          <p:cNvSpPr/>
          <p:nvPr/>
        </p:nvSpPr>
        <p:spPr>
          <a:xfrm>
            <a:off x="508250" y="1418350"/>
            <a:ext cx="4063800" cy="3492600"/>
          </a:xfrm>
          <a:prstGeom prst="roundRect">
            <a:avLst>
              <a:gd fmla="val 0" name="adj"/>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lt1"/>
              </a:buClr>
              <a:buSzPts val="1600"/>
              <a:buFont typeface="Consolas"/>
              <a:buChar char="●"/>
            </a:pPr>
            <a:r>
              <a:rPr lang="en" sz="1600">
                <a:solidFill>
                  <a:schemeClr val="lt1"/>
                </a:solidFill>
                <a:latin typeface="Consolas"/>
                <a:ea typeface="Consolas"/>
                <a:cs typeface="Consolas"/>
                <a:sym typeface="Consolas"/>
              </a:rPr>
              <a:t>To install Linux Mint (or another distro) permanently on your computer, run the Installer program from the Live Session</a:t>
            </a:r>
            <a:endParaRPr sz="1600">
              <a:solidFill>
                <a:schemeClr val="lt1"/>
              </a:solidFill>
              <a:latin typeface="Consolas"/>
              <a:ea typeface="Consolas"/>
              <a:cs typeface="Consolas"/>
              <a:sym typeface="Consolas"/>
            </a:endParaRPr>
          </a:p>
          <a:p>
            <a:pPr indent="-330200" lvl="0" marL="457200" rtl="0" algn="l">
              <a:spcBef>
                <a:spcPts val="0"/>
              </a:spcBef>
              <a:spcAft>
                <a:spcPts val="0"/>
              </a:spcAft>
              <a:buClr>
                <a:schemeClr val="lt1"/>
              </a:buClr>
              <a:buSzPts val="1600"/>
              <a:buFont typeface="Consolas"/>
              <a:buChar char="●"/>
            </a:pPr>
            <a:r>
              <a:rPr lang="en" sz="1600">
                <a:solidFill>
                  <a:schemeClr val="lt1"/>
                </a:solidFill>
                <a:latin typeface="Consolas"/>
                <a:ea typeface="Consolas"/>
                <a:cs typeface="Consolas"/>
                <a:sym typeface="Consolas"/>
              </a:rPr>
              <a:t>For Installation Type, choose </a:t>
            </a:r>
            <a:r>
              <a:rPr lang="en" sz="1600">
                <a:solidFill>
                  <a:srgbClr val="FFFF00"/>
                </a:solidFill>
                <a:latin typeface="Consolas"/>
                <a:ea typeface="Consolas"/>
                <a:cs typeface="Consolas"/>
                <a:sym typeface="Consolas"/>
              </a:rPr>
              <a:t>Erase disk and install Linux Mint</a:t>
            </a:r>
            <a:r>
              <a:rPr lang="en" sz="1600">
                <a:solidFill>
                  <a:schemeClr val="lt1"/>
                </a:solidFill>
                <a:latin typeface="Consolas"/>
                <a:ea typeface="Consolas"/>
                <a:cs typeface="Consolas"/>
                <a:sym typeface="Consolas"/>
              </a:rPr>
              <a:t> if Linux Mint is the </a:t>
            </a:r>
            <a:r>
              <a:rPr lang="en" sz="1600">
                <a:solidFill>
                  <a:schemeClr val="lt1"/>
                </a:solidFill>
                <a:latin typeface="Consolas"/>
                <a:ea typeface="Consolas"/>
                <a:cs typeface="Consolas"/>
                <a:sym typeface="Consolas"/>
              </a:rPr>
              <a:t>only</a:t>
            </a:r>
            <a:r>
              <a:rPr lang="en" sz="1600">
                <a:solidFill>
                  <a:schemeClr val="lt1"/>
                </a:solidFill>
                <a:latin typeface="Consolas"/>
                <a:ea typeface="Consolas"/>
                <a:cs typeface="Consolas"/>
                <a:sym typeface="Consolas"/>
              </a:rPr>
              <a:t> operating system you want on your computer</a:t>
            </a:r>
            <a:endParaRPr sz="1600">
              <a:solidFill>
                <a:schemeClr val="lt1"/>
              </a:solidFill>
              <a:latin typeface="Consolas"/>
              <a:ea typeface="Consolas"/>
              <a:cs typeface="Consolas"/>
              <a:sym typeface="Consolas"/>
            </a:endParaRPr>
          </a:p>
          <a:p>
            <a:pPr indent="-330200" lvl="0" marL="457200" rtl="0" algn="l">
              <a:spcBef>
                <a:spcPts val="0"/>
              </a:spcBef>
              <a:spcAft>
                <a:spcPts val="0"/>
              </a:spcAft>
              <a:buClr>
                <a:schemeClr val="lt1"/>
              </a:buClr>
              <a:buSzPts val="1600"/>
              <a:buFont typeface="Consolas"/>
              <a:buChar char="●"/>
            </a:pPr>
            <a:r>
              <a:rPr lang="en" sz="1600">
                <a:solidFill>
                  <a:schemeClr val="lt1"/>
                </a:solidFill>
                <a:latin typeface="Consolas"/>
                <a:ea typeface="Consolas"/>
                <a:cs typeface="Consolas"/>
                <a:sym typeface="Consolas"/>
              </a:rPr>
              <a:t>Otherwise, you can choose to </a:t>
            </a:r>
            <a:r>
              <a:rPr lang="en" sz="1600">
                <a:solidFill>
                  <a:srgbClr val="FF0000"/>
                </a:solidFill>
                <a:latin typeface="Consolas"/>
                <a:ea typeface="Consolas"/>
                <a:cs typeface="Consolas"/>
                <a:sym typeface="Consolas"/>
              </a:rPr>
              <a:t>Install Linux mint alongside Windows Boot Manager</a:t>
            </a:r>
            <a:endParaRPr sz="1600">
              <a:solidFill>
                <a:srgbClr val="FF0000"/>
              </a:solidFill>
              <a:latin typeface="Consolas"/>
              <a:ea typeface="Consolas"/>
              <a:cs typeface="Consolas"/>
              <a:sym typeface="Consolas"/>
            </a:endParaRPr>
          </a:p>
        </p:txBody>
      </p:sp>
      <p:grpSp>
        <p:nvGrpSpPr>
          <p:cNvPr id="1111" name="Google Shape;1111;p30"/>
          <p:cNvGrpSpPr/>
          <p:nvPr/>
        </p:nvGrpSpPr>
        <p:grpSpPr>
          <a:xfrm>
            <a:off x="3977133" y="1069247"/>
            <a:ext cx="569648" cy="349096"/>
            <a:chOff x="8367425" y="992000"/>
            <a:chExt cx="605944" cy="371339"/>
          </a:xfrm>
        </p:grpSpPr>
        <p:sp>
          <p:nvSpPr>
            <p:cNvPr id="1112" name="Google Shape;1112;p30"/>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13" name="Google Shape;1113;p30"/>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114" name="Google Shape;1114;p30"/>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15" name="Google Shape;1115;p30"/>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16" name="Google Shape;1116;p30"/>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117" name="Google Shape;1117;p30"/>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pic>
        <p:nvPicPr>
          <p:cNvPr id="1118" name="Google Shape;1118;p30"/>
          <p:cNvPicPr preferRelativeResize="0"/>
          <p:nvPr/>
        </p:nvPicPr>
        <p:blipFill>
          <a:blip r:embed="rId4">
            <a:alphaModFix/>
          </a:blip>
          <a:stretch>
            <a:fillRect/>
          </a:stretch>
        </p:blipFill>
        <p:spPr>
          <a:xfrm>
            <a:off x="4800700" y="1445025"/>
            <a:ext cx="4063801" cy="31769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2" name="Shape 1122"/>
        <p:cNvGrpSpPr/>
        <p:nvPr/>
      </p:nvGrpSpPr>
      <p:grpSpPr>
        <a:xfrm>
          <a:off x="0" y="0"/>
          <a:ext cx="0" cy="0"/>
          <a:chOff x="0" y="0"/>
          <a:chExt cx="0" cy="0"/>
        </a:xfrm>
      </p:grpSpPr>
      <p:sp>
        <p:nvSpPr>
          <p:cNvPr id="1123" name="Google Shape;1123;p31"/>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4" name="Google Shape;1124;p31"/>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25" name="Google Shape;1125;p31"/>
          <p:cNvGrpSpPr/>
          <p:nvPr/>
        </p:nvGrpSpPr>
        <p:grpSpPr>
          <a:xfrm>
            <a:off x="8001078" y="1069247"/>
            <a:ext cx="569648" cy="349096"/>
            <a:chOff x="8367425" y="992000"/>
            <a:chExt cx="605944" cy="371339"/>
          </a:xfrm>
        </p:grpSpPr>
        <p:sp>
          <p:nvSpPr>
            <p:cNvPr id="1126" name="Google Shape;1126;p31"/>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27" name="Google Shape;1127;p31"/>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128" name="Google Shape;1128;p31"/>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29" name="Google Shape;1129;p31"/>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30" name="Google Shape;1130;p31"/>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131" name="Google Shape;1131;p31"/>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132" name="Google Shape;1132;p31"/>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1133" name="Google Shape;1133;p31"/>
          <p:cNvGrpSpPr/>
          <p:nvPr/>
        </p:nvGrpSpPr>
        <p:grpSpPr>
          <a:xfrm>
            <a:off x="508338" y="1169600"/>
            <a:ext cx="325800" cy="226500"/>
            <a:chOff x="1280775" y="1182975"/>
            <a:chExt cx="325800" cy="226500"/>
          </a:xfrm>
        </p:grpSpPr>
        <p:sp>
          <p:nvSpPr>
            <p:cNvPr id="1134" name="Google Shape;1134;p31"/>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5" name="Google Shape;1135;p31"/>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1136" name="Google Shape;1136;p31"/>
          <p:cNvSpPr/>
          <p:nvPr/>
        </p:nvSpPr>
        <p:spPr>
          <a:xfrm>
            <a:off x="508338" y="1418350"/>
            <a:ext cx="8091000" cy="3492600"/>
          </a:xfrm>
          <a:prstGeom prst="roundRect">
            <a:avLst>
              <a:gd fmla="val 0" name="adj"/>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User Account: allows you to log in to your computer</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One is created when you install Linux</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Superuser: a special user account for system administration</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Named "root" in Linux</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Analogous to Administrator in Windows</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sudo: run a program with the privileges of another user</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Commonly used to run as root</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Originally stood for "Superuser do"</a:t>
            </a:r>
            <a:endParaRPr sz="1800">
              <a:solidFill>
                <a:srgbClr val="F3F3F3"/>
              </a:solidFill>
              <a:latin typeface="Consolas"/>
              <a:ea typeface="Consolas"/>
              <a:cs typeface="Consolas"/>
              <a:sym typeface="Consolas"/>
            </a:endParaRPr>
          </a:p>
        </p:txBody>
      </p:sp>
      <p:sp>
        <p:nvSpPr>
          <p:cNvPr id="1137" name="Google Shape;1137;p31"/>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8" name="Google Shape;1138;p31"/>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39" name="Google Shape;1139;p31"/>
          <p:cNvGrpSpPr/>
          <p:nvPr/>
        </p:nvGrpSpPr>
        <p:grpSpPr>
          <a:xfrm>
            <a:off x="7890091" y="9500"/>
            <a:ext cx="745600" cy="385788"/>
            <a:chOff x="7518850" y="258820"/>
            <a:chExt cx="745600" cy="385788"/>
          </a:xfrm>
        </p:grpSpPr>
        <p:sp>
          <p:nvSpPr>
            <p:cNvPr id="1140" name="Google Shape;1140;p31"/>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1"/>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2" name="Google Shape;1142;p31"/>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3" name="Google Shape;1143;p31"/>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144" name="Google Shape;1144;p31"/>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5" name="Google Shape;1145;p31"/>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146" name="Google Shape;1146;p31"/>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Users, UNIX, and You</a:t>
            </a:r>
            <a:endParaRPr b="1" sz="3600">
              <a:solidFill>
                <a:srgbClr val="262626"/>
              </a:solidFill>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0" name="Shape 1150"/>
        <p:cNvGrpSpPr/>
        <p:nvPr/>
      </p:nvGrpSpPr>
      <p:grpSpPr>
        <a:xfrm>
          <a:off x="0" y="0"/>
          <a:ext cx="0" cy="0"/>
          <a:chOff x="0" y="0"/>
          <a:chExt cx="0" cy="0"/>
        </a:xfrm>
      </p:grpSpPr>
      <p:sp>
        <p:nvSpPr>
          <p:cNvPr id="1151" name="Google Shape;1151;p32"/>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2" name="Google Shape;1152;p32"/>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53" name="Google Shape;1153;p32"/>
          <p:cNvGrpSpPr/>
          <p:nvPr/>
        </p:nvGrpSpPr>
        <p:grpSpPr>
          <a:xfrm>
            <a:off x="7890091" y="9500"/>
            <a:ext cx="745600" cy="385788"/>
            <a:chOff x="7518850" y="258820"/>
            <a:chExt cx="745600" cy="385788"/>
          </a:xfrm>
        </p:grpSpPr>
        <p:sp>
          <p:nvSpPr>
            <p:cNvPr id="1154" name="Google Shape;1154;p32"/>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2"/>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6" name="Google Shape;1156;p32"/>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7" name="Google Shape;1157;p32"/>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158" name="Google Shape;1158;p32"/>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9" name="Google Shape;1159;p32"/>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160" name="Google Shape;1160;p32"/>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File managers​</a:t>
            </a:r>
            <a:endParaRPr b="1" sz="3600">
              <a:solidFill>
                <a:srgbClr val="262626"/>
              </a:solidFill>
              <a:latin typeface="Tahoma"/>
              <a:ea typeface="Tahoma"/>
              <a:cs typeface="Tahoma"/>
              <a:sym typeface="Tahoma"/>
            </a:endParaRPr>
          </a:p>
        </p:txBody>
      </p:sp>
      <p:sp>
        <p:nvSpPr>
          <p:cNvPr id="1161" name="Google Shape;1161;p32"/>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2" name="Google Shape;1162;p32"/>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63" name="Google Shape;1163;p32"/>
          <p:cNvGrpSpPr/>
          <p:nvPr/>
        </p:nvGrpSpPr>
        <p:grpSpPr>
          <a:xfrm>
            <a:off x="508400" y="1165100"/>
            <a:ext cx="2768206" cy="235500"/>
            <a:chOff x="894600" y="1165100"/>
            <a:chExt cx="2768206" cy="235500"/>
          </a:xfrm>
        </p:grpSpPr>
        <p:sp>
          <p:nvSpPr>
            <p:cNvPr id="1164" name="Google Shape;1164;p32"/>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65" name="Google Shape;1165;p32"/>
            <p:cNvGrpSpPr/>
            <p:nvPr/>
          </p:nvGrpSpPr>
          <p:grpSpPr>
            <a:xfrm>
              <a:off x="894600" y="1165100"/>
              <a:ext cx="2768206" cy="235500"/>
              <a:chOff x="894600" y="1165100"/>
              <a:chExt cx="2768206" cy="235500"/>
            </a:xfrm>
          </p:grpSpPr>
          <p:sp>
            <p:nvSpPr>
              <p:cNvPr id="1166" name="Google Shape;1166;p32"/>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1167" name="Google Shape;1167;p32"/>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1168" name="Google Shape;1168;p32"/>
          <p:cNvSpPr/>
          <p:nvPr/>
        </p:nvSpPr>
        <p:spPr>
          <a:xfrm>
            <a:off x="508250" y="1418350"/>
            <a:ext cx="4063800" cy="3492600"/>
          </a:xfrm>
          <a:prstGeom prst="roundRect">
            <a:avLst>
              <a:gd fmla="val 0" name="adj"/>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You can view files in the File Manager.</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Your home directory contains files specific to you</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/home/⟨username⟩</a:t>
            </a:r>
            <a:endParaRPr sz="1800">
              <a:solidFill>
                <a:srgbClr val="F3F3F3"/>
              </a:solidFill>
              <a:latin typeface="Consolas"/>
              <a:ea typeface="Consolas"/>
              <a:cs typeface="Consolas"/>
              <a:sym typeface="Consolas"/>
            </a:endParaRPr>
          </a:p>
        </p:txBody>
      </p:sp>
      <p:grpSp>
        <p:nvGrpSpPr>
          <p:cNvPr id="1169" name="Google Shape;1169;p32"/>
          <p:cNvGrpSpPr/>
          <p:nvPr/>
        </p:nvGrpSpPr>
        <p:grpSpPr>
          <a:xfrm>
            <a:off x="3977133" y="1069247"/>
            <a:ext cx="569648" cy="349096"/>
            <a:chOff x="8367425" y="992000"/>
            <a:chExt cx="605944" cy="371339"/>
          </a:xfrm>
        </p:grpSpPr>
        <p:sp>
          <p:nvSpPr>
            <p:cNvPr id="1170" name="Google Shape;1170;p32"/>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71" name="Google Shape;1171;p32"/>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172" name="Google Shape;1172;p32"/>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73" name="Google Shape;1173;p32"/>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174" name="Google Shape;1174;p32"/>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175" name="Google Shape;1175;p32"/>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176" name="Google Shape;1176;p32"/>
          <p:cNvSpPr/>
          <p:nvPr/>
        </p:nvSpPr>
        <p:spPr>
          <a:xfrm>
            <a:off x="4735675"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7" name="Google Shape;1177;p32"/>
          <p:cNvSpPr/>
          <p:nvPr/>
        </p:nvSpPr>
        <p:spPr>
          <a:xfrm>
            <a:off x="4735750"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8" name="Google Shape;1178;p32"/>
          <p:cNvSpPr/>
          <p:nvPr/>
        </p:nvSpPr>
        <p:spPr>
          <a:xfrm>
            <a:off x="4735750"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9" name="Google Shape;1179;p32"/>
          <p:cNvSpPr/>
          <p:nvPr/>
        </p:nvSpPr>
        <p:spPr>
          <a:xfrm>
            <a:off x="4735750"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0" name="Google Shape;1180;p32"/>
          <p:cNvSpPr/>
          <p:nvPr/>
        </p:nvSpPr>
        <p:spPr>
          <a:xfrm>
            <a:off x="4735746"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1" name="Google Shape;1181;p32"/>
          <p:cNvSpPr txBox="1"/>
          <p:nvPr/>
        </p:nvSpPr>
        <p:spPr>
          <a:xfrm>
            <a:off x="4735675"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1182" name="Google Shape;1182;p32"/>
          <p:cNvPicPr preferRelativeResize="0"/>
          <p:nvPr/>
        </p:nvPicPr>
        <p:blipFill>
          <a:blip r:embed="rId4">
            <a:alphaModFix/>
          </a:blip>
          <a:stretch>
            <a:fillRect/>
          </a:stretch>
        </p:blipFill>
        <p:spPr>
          <a:xfrm>
            <a:off x="4761975" y="1548273"/>
            <a:ext cx="450650" cy="2295025"/>
          </a:xfrm>
          <a:prstGeom prst="rect">
            <a:avLst/>
          </a:prstGeom>
          <a:noFill/>
          <a:ln>
            <a:noFill/>
          </a:ln>
        </p:spPr>
      </p:pic>
      <p:sp>
        <p:nvSpPr>
          <p:cNvPr id="1183" name="Google Shape;1183;p32"/>
          <p:cNvSpPr/>
          <p:nvPr/>
        </p:nvSpPr>
        <p:spPr>
          <a:xfrm>
            <a:off x="4855175"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4" name="Google Shape;1184;p32"/>
          <p:cNvSpPr/>
          <p:nvPr/>
        </p:nvSpPr>
        <p:spPr>
          <a:xfrm>
            <a:off x="5153875"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5" name="Google Shape;1185;p32"/>
          <p:cNvSpPr/>
          <p:nvPr/>
        </p:nvSpPr>
        <p:spPr>
          <a:xfrm>
            <a:off x="5153875"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6" name="Google Shape;1186;p32"/>
          <p:cNvSpPr/>
          <p:nvPr/>
        </p:nvSpPr>
        <p:spPr>
          <a:xfrm>
            <a:off x="5303775"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7" name="Google Shape;1187;p32"/>
          <p:cNvSpPr/>
          <p:nvPr/>
        </p:nvSpPr>
        <p:spPr>
          <a:xfrm>
            <a:off x="5303775"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8" name="Google Shape;1188;p32"/>
          <p:cNvSpPr/>
          <p:nvPr/>
        </p:nvSpPr>
        <p:spPr>
          <a:xfrm>
            <a:off x="5445675"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9" name="Google Shape;1189;p32"/>
          <p:cNvSpPr/>
          <p:nvPr/>
        </p:nvSpPr>
        <p:spPr>
          <a:xfrm>
            <a:off x="5445675"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0" name="Google Shape;1190;p32"/>
          <p:cNvSpPr/>
          <p:nvPr/>
        </p:nvSpPr>
        <p:spPr>
          <a:xfrm>
            <a:off x="5595575"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1" name="Google Shape;1191;p32"/>
          <p:cNvSpPr/>
          <p:nvPr/>
        </p:nvSpPr>
        <p:spPr>
          <a:xfrm>
            <a:off x="5595575"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2" name="Google Shape;1192;p32"/>
          <p:cNvSpPr/>
          <p:nvPr/>
        </p:nvSpPr>
        <p:spPr>
          <a:xfrm>
            <a:off x="5745475"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3" name="Google Shape;1193;p32"/>
          <p:cNvSpPr/>
          <p:nvPr/>
        </p:nvSpPr>
        <p:spPr>
          <a:xfrm>
            <a:off x="5745475"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4" name="Google Shape;1194;p32"/>
          <p:cNvSpPr/>
          <p:nvPr/>
        </p:nvSpPr>
        <p:spPr>
          <a:xfrm>
            <a:off x="5895375"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5" name="Google Shape;1195;p32"/>
          <p:cNvSpPr/>
          <p:nvPr/>
        </p:nvSpPr>
        <p:spPr>
          <a:xfrm>
            <a:off x="5895375"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6" name="Google Shape;1196;p32"/>
          <p:cNvSpPr/>
          <p:nvPr/>
        </p:nvSpPr>
        <p:spPr>
          <a:xfrm>
            <a:off x="6037275"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7" name="Google Shape;1197;p32"/>
          <p:cNvSpPr/>
          <p:nvPr/>
        </p:nvSpPr>
        <p:spPr>
          <a:xfrm>
            <a:off x="60372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8" name="Google Shape;1198;p32"/>
          <p:cNvSpPr/>
          <p:nvPr/>
        </p:nvSpPr>
        <p:spPr>
          <a:xfrm>
            <a:off x="6187175"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9" name="Google Shape;1199;p32"/>
          <p:cNvSpPr/>
          <p:nvPr/>
        </p:nvSpPr>
        <p:spPr>
          <a:xfrm>
            <a:off x="6187175"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0" name="Google Shape;1200;p32"/>
          <p:cNvSpPr/>
          <p:nvPr/>
        </p:nvSpPr>
        <p:spPr>
          <a:xfrm>
            <a:off x="6337075"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1" name="Google Shape;1201;p32"/>
          <p:cNvSpPr/>
          <p:nvPr/>
        </p:nvSpPr>
        <p:spPr>
          <a:xfrm>
            <a:off x="6337075"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2" name="Google Shape;1202;p32"/>
          <p:cNvSpPr/>
          <p:nvPr/>
        </p:nvSpPr>
        <p:spPr>
          <a:xfrm>
            <a:off x="6486975"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3" name="Google Shape;1203;p32"/>
          <p:cNvSpPr/>
          <p:nvPr/>
        </p:nvSpPr>
        <p:spPr>
          <a:xfrm>
            <a:off x="6486975"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4" name="Google Shape;1204;p32"/>
          <p:cNvSpPr/>
          <p:nvPr/>
        </p:nvSpPr>
        <p:spPr>
          <a:xfrm>
            <a:off x="6636875"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5" name="Google Shape;1205;p32"/>
          <p:cNvSpPr/>
          <p:nvPr/>
        </p:nvSpPr>
        <p:spPr>
          <a:xfrm>
            <a:off x="6636875"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6" name="Google Shape;1206;p32"/>
          <p:cNvSpPr/>
          <p:nvPr/>
        </p:nvSpPr>
        <p:spPr>
          <a:xfrm>
            <a:off x="6786775"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7" name="Google Shape;1207;p32"/>
          <p:cNvSpPr/>
          <p:nvPr/>
        </p:nvSpPr>
        <p:spPr>
          <a:xfrm>
            <a:off x="67867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8" name="Google Shape;1208;p32"/>
          <p:cNvSpPr/>
          <p:nvPr/>
        </p:nvSpPr>
        <p:spPr>
          <a:xfrm>
            <a:off x="6928675"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9" name="Google Shape;1209;p32"/>
          <p:cNvSpPr/>
          <p:nvPr/>
        </p:nvSpPr>
        <p:spPr>
          <a:xfrm>
            <a:off x="6928675"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0" name="Google Shape;1210;p32"/>
          <p:cNvSpPr/>
          <p:nvPr/>
        </p:nvSpPr>
        <p:spPr>
          <a:xfrm>
            <a:off x="7078575"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1" name="Google Shape;1211;p32"/>
          <p:cNvSpPr/>
          <p:nvPr/>
        </p:nvSpPr>
        <p:spPr>
          <a:xfrm>
            <a:off x="7078575"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2" name="Google Shape;1212;p32"/>
          <p:cNvSpPr/>
          <p:nvPr/>
        </p:nvSpPr>
        <p:spPr>
          <a:xfrm>
            <a:off x="4968686"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3" name="Google Shape;1213;p32"/>
          <p:cNvSpPr/>
          <p:nvPr/>
        </p:nvSpPr>
        <p:spPr>
          <a:xfrm>
            <a:off x="4908761"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4" name="Google Shape;1214;p32"/>
          <p:cNvSpPr/>
          <p:nvPr/>
        </p:nvSpPr>
        <p:spPr>
          <a:xfrm>
            <a:off x="4735675" y="4720025"/>
            <a:ext cx="3827400" cy="1713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5" name="Google Shape;1215;p32"/>
          <p:cNvSpPr/>
          <p:nvPr/>
        </p:nvSpPr>
        <p:spPr>
          <a:xfrm>
            <a:off x="4735750" y="1195025"/>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6" name="Google Shape;1216;p32"/>
          <p:cNvSpPr txBox="1"/>
          <p:nvPr/>
        </p:nvSpPr>
        <p:spPr>
          <a:xfrm>
            <a:off x="4733075" y="4733825"/>
            <a:ext cx="1845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For Help, click Help Topics on the Help Menu.</a:t>
            </a:r>
            <a:endParaRPr sz="700">
              <a:solidFill>
                <a:schemeClr val="accent2"/>
              </a:solidFill>
              <a:latin typeface="Tahoma"/>
              <a:ea typeface="Tahoma"/>
              <a:cs typeface="Tahoma"/>
              <a:sym typeface="Tahoma"/>
            </a:endParaRPr>
          </a:p>
        </p:txBody>
      </p:sp>
      <p:sp>
        <p:nvSpPr>
          <p:cNvPr id="1217" name="Google Shape;1217;p32"/>
          <p:cNvSpPr/>
          <p:nvPr/>
        </p:nvSpPr>
        <p:spPr>
          <a:xfrm>
            <a:off x="5238850"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8" name="Google Shape;1218;p32"/>
          <p:cNvSpPr txBox="1"/>
          <p:nvPr/>
        </p:nvSpPr>
        <p:spPr>
          <a:xfrm>
            <a:off x="4722375"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grpSp>
        <p:nvGrpSpPr>
          <p:cNvPr id="1219" name="Google Shape;1219;p32"/>
          <p:cNvGrpSpPr/>
          <p:nvPr/>
        </p:nvGrpSpPr>
        <p:grpSpPr>
          <a:xfrm>
            <a:off x="7853691" y="1055825"/>
            <a:ext cx="745600" cy="385788"/>
            <a:chOff x="7518850" y="258820"/>
            <a:chExt cx="745600" cy="385788"/>
          </a:xfrm>
        </p:grpSpPr>
        <p:sp>
          <p:nvSpPr>
            <p:cNvPr id="1220" name="Google Shape;1220;p32"/>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2"/>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2" name="Google Shape;1222;p32"/>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3" name="Google Shape;1223;p32"/>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224" name="Google Shape;1224;p32"/>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5" name="Google Shape;1225;p32"/>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pic>
        <p:nvPicPr>
          <p:cNvPr id="1226" name="Google Shape;1226;p32"/>
          <p:cNvPicPr preferRelativeResize="0"/>
          <p:nvPr/>
        </p:nvPicPr>
        <p:blipFill rotWithShape="1">
          <a:blip r:embed="rId5">
            <a:alphaModFix/>
          </a:blip>
          <a:srcRect b="21905" l="25279" r="23818" t="12530"/>
          <a:stretch/>
        </p:blipFill>
        <p:spPr>
          <a:xfrm>
            <a:off x="5303775" y="1746550"/>
            <a:ext cx="3089952" cy="22386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0" name="Shape 1230"/>
        <p:cNvGrpSpPr/>
        <p:nvPr/>
      </p:nvGrpSpPr>
      <p:grpSpPr>
        <a:xfrm>
          <a:off x="0" y="0"/>
          <a:ext cx="0" cy="0"/>
          <a:chOff x="0" y="0"/>
          <a:chExt cx="0" cy="0"/>
        </a:xfrm>
      </p:grpSpPr>
      <p:sp>
        <p:nvSpPr>
          <p:cNvPr id="1231" name="Google Shape;1231;p33"/>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2" name="Google Shape;1232;p33"/>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33" name="Google Shape;1233;p33"/>
          <p:cNvGrpSpPr/>
          <p:nvPr/>
        </p:nvGrpSpPr>
        <p:grpSpPr>
          <a:xfrm>
            <a:off x="7890091" y="9500"/>
            <a:ext cx="745600" cy="385788"/>
            <a:chOff x="7518850" y="258820"/>
            <a:chExt cx="745600" cy="385788"/>
          </a:xfrm>
        </p:grpSpPr>
        <p:sp>
          <p:nvSpPr>
            <p:cNvPr id="1234" name="Google Shape;1234;p33"/>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3"/>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6" name="Google Shape;1236;p33"/>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7" name="Google Shape;1237;p33"/>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238" name="Google Shape;1238;p33"/>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9" name="Google Shape;1239;p33"/>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240" name="Google Shape;1240;p33"/>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UNIX filesystem</a:t>
            </a:r>
            <a:endParaRPr b="1" sz="3600">
              <a:solidFill>
                <a:srgbClr val="262626"/>
              </a:solidFill>
              <a:latin typeface="Tahoma"/>
              <a:ea typeface="Tahoma"/>
              <a:cs typeface="Tahoma"/>
              <a:sym typeface="Tahoma"/>
            </a:endParaRPr>
          </a:p>
        </p:txBody>
      </p:sp>
      <p:sp>
        <p:nvSpPr>
          <p:cNvPr id="1241" name="Google Shape;1241;p33"/>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2" name="Google Shape;1242;p33"/>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43" name="Google Shape;1243;p33"/>
          <p:cNvGrpSpPr/>
          <p:nvPr/>
        </p:nvGrpSpPr>
        <p:grpSpPr>
          <a:xfrm>
            <a:off x="508400" y="1165100"/>
            <a:ext cx="2768206" cy="235500"/>
            <a:chOff x="894600" y="1165100"/>
            <a:chExt cx="2768206" cy="235500"/>
          </a:xfrm>
        </p:grpSpPr>
        <p:sp>
          <p:nvSpPr>
            <p:cNvPr id="1244" name="Google Shape;1244;p33"/>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45" name="Google Shape;1245;p33"/>
            <p:cNvGrpSpPr/>
            <p:nvPr/>
          </p:nvGrpSpPr>
          <p:grpSpPr>
            <a:xfrm>
              <a:off x="894600" y="1165100"/>
              <a:ext cx="2768206" cy="235500"/>
              <a:chOff x="894600" y="1165100"/>
              <a:chExt cx="2768206" cy="235500"/>
            </a:xfrm>
          </p:grpSpPr>
          <p:sp>
            <p:nvSpPr>
              <p:cNvPr id="1246" name="Google Shape;1246;p33"/>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1247" name="Google Shape;1247;p33"/>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1248" name="Google Shape;1248;p33"/>
          <p:cNvSpPr/>
          <p:nvPr/>
        </p:nvSpPr>
        <p:spPr>
          <a:xfrm>
            <a:off x="508250" y="1418350"/>
            <a:ext cx="4063800" cy="3492600"/>
          </a:xfrm>
          <a:prstGeom prst="roundRect">
            <a:avLst>
              <a:gd fmla="val 0" name="adj"/>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The UNIX filesystem is a tree. Objects include files, directories (folders), links, and devices.</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Superuser can access all objects in the filesystem</a:t>
            </a:r>
            <a:endParaRPr sz="1800">
              <a:solidFill>
                <a:srgbClr val="F3F3F3"/>
              </a:solidFill>
              <a:latin typeface="Consolas"/>
              <a:ea typeface="Consolas"/>
              <a:cs typeface="Consolas"/>
              <a:sym typeface="Consolas"/>
            </a:endParaRPr>
          </a:p>
        </p:txBody>
      </p:sp>
      <p:grpSp>
        <p:nvGrpSpPr>
          <p:cNvPr id="1249" name="Google Shape;1249;p33"/>
          <p:cNvGrpSpPr/>
          <p:nvPr/>
        </p:nvGrpSpPr>
        <p:grpSpPr>
          <a:xfrm>
            <a:off x="3977133" y="1069247"/>
            <a:ext cx="569648" cy="349096"/>
            <a:chOff x="8367425" y="992000"/>
            <a:chExt cx="605944" cy="371339"/>
          </a:xfrm>
        </p:grpSpPr>
        <p:sp>
          <p:nvSpPr>
            <p:cNvPr id="1250" name="Google Shape;1250;p33"/>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251" name="Google Shape;1251;p33"/>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252" name="Google Shape;1252;p33"/>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253" name="Google Shape;1253;p33"/>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254" name="Google Shape;1254;p33"/>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255" name="Google Shape;1255;p33"/>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pic>
        <p:nvPicPr>
          <p:cNvPr descr="A screenshot of a computer program&#10;&#10;AI-generated content may be incorrect." id="1256" name="Google Shape;1256;p33"/>
          <p:cNvPicPr preferRelativeResize="0"/>
          <p:nvPr/>
        </p:nvPicPr>
        <p:blipFill>
          <a:blip r:embed="rId4">
            <a:alphaModFix/>
          </a:blip>
          <a:stretch>
            <a:fillRect/>
          </a:stretch>
        </p:blipFill>
        <p:spPr>
          <a:xfrm>
            <a:off x="5742225" y="1249049"/>
            <a:ext cx="2418925" cy="3568900"/>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0" name="Shape 1260"/>
        <p:cNvGrpSpPr/>
        <p:nvPr/>
      </p:nvGrpSpPr>
      <p:grpSpPr>
        <a:xfrm>
          <a:off x="0" y="0"/>
          <a:ext cx="0" cy="0"/>
          <a:chOff x="0" y="0"/>
          <a:chExt cx="0" cy="0"/>
        </a:xfrm>
      </p:grpSpPr>
      <p:sp>
        <p:nvSpPr>
          <p:cNvPr id="1261" name="Google Shape;1261;p34"/>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2" name="Google Shape;1262;p34"/>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63" name="Google Shape;1263;p34"/>
          <p:cNvGrpSpPr/>
          <p:nvPr/>
        </p:nvGrpSpPr>
        <p:grpSpPr>
          <a:xfrm>
            <a:off x="7890091" y="9500"/>
            <a:ext cx="745600" cy="385788"/>
            <a:chOff x="7518850" y="258820"/>
            <a:chExt cx="745600" cy="385788"/>
          </a:xfrm>
        </p:grpSpPr>
        <p:sp>
          <p:nvSpPr>
            <p:cNvPr id="1264" name="Google Shape;1264;p34"/>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4"/>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6" name="Google Shape;1266;p34"/>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7" name="Google Shape;1267;p34"/>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268" name="Google Shape;1268;p34"/>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9" name="Google Shape;1269;p34"/>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270" name="Google Shape;1270;p34"/>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The Terminal</a:t>
            </a:r>
            <a:endParaRPr b="1" sz="3600">
              <a:solidFill>
                <a:srgbClr val="262626"/>
              </a:solidFill>
              <a:latin typeface="Tahoma"/>
              <a:ea typeface="Tahoma"/>
              <a:cs typeface="Tahoma"/>
              <a:sym typeface="Tahoma"/>
            </a:endParaRPr>
          </a:p>
        </p:txBody>
      </p:sp>
      <p:sp>
        <p:nvSpPr>
          <p:cNvPr id="1271" name="Google Shape;1271;p34"/>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2" name="Google Shape;1272;p34"/>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73" name="Google Shape;1273;p34"/>
          <p:cNvGrpSpPr/>
          <p:nvPr/>
        </p:nvGrpSpPr>
        <p:grpSpPr>
          <a:xfrm>
            <a:off x="508400" y="1165100"/>
            <a:ext cx="2768206" cy="235500"/>
            <a:chOff x="894600" y="1165100"/>
            <a:chExt cx="2768206" cy="235500"/>
          </a:xfrm>
        </p:grpSpPr>
        <p:sp>
          <p:nvSpPr>
            <p:cNvPr id="1274" name="Google Shape;1274;p34"/>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75" name="Google Shape;1275;p34"/>
            <p:cNvGrpSpPr/>
            <p:nvPr/>
          </p:nvGrpSpPr>
          <p:grpSpPr>
            <a:xfrm>
              <a:off x="894600" y="1165100"/>
              <a:ext cx="2768206" cy="235500"/>
              <a:chOff x="894600" y="1165100"/>
              <a:chExt cx="2768206" cy="235500"/>
            </a:xfrm>
          </p:grpSpPr>
          <p:sp>
            <p:nvSpPr>
              <p:cNvPr id="1276" name="Google Shape;1276;p34"/>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1277" name="Google Shape;1277;p34"/>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1278" name="Google Shape;1278;p34"/>
          <p:cNvSpPr/>
          <p:nvPr/>
        </p:nvSpPr>
        <p:spPr>
          <a:xfrm>
            <a:off x="508250" y="1418350"/>
            <a:ext cx="4063800" cy="3492600"/>
          </a:xfrm>
          <a:prstGeom prst="roundRect">
            <a:avLst>
              <a:gd fmla="val 0" name="adj"/>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The terminal is a text user interface to your computer</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To open a terminal, search "terminal" or "command" in your application launcher</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Most Linux systems have a shortcut </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Ctrl – Alt – T</a:t>
            </a:r>
            <a:endParaRPr sz="1800">
              <a:solidFill>
                <a:srgbClr val="F3F3F3"/>
              </a:solidFill>
              <a:latin typeface="Consolas"/>
              <a:ea typeface="Consolas"/>
              <a:cs typeface="Consolas"/>
              <a:sym typeface="Consolas"/>
            </a:endParaRPr>
          </a:p>
        </p:txBody>
      </p:sp>
      <p:grpSp>
        <p:nvGrpSpPr>
          <p:cNvPr id="1279" name="Google Shape;1279;p34"/>
          <p:cNvGrpSpPr/>
          <p:nvPr/>
        </p:nvGrpSpPr>
        <p:grpSpPr>
          <a:xfrm>
            <a:off x="3977133" y="1069247"/>
            <a:ext cx="569648" cy="349096"/>
            <a:chOff x="8367425" y="992000"/>
            <a:chExt cx="605944" cy="371339"/>
          </a:xfrm>
        </p:grpSpPr>
        <p:sp>
          <p:nvSpPr>
            <p:cNvPr id="1280" name="Google Shape;1280;p34"/>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281" name="Google Shape;1281;p34"/>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282" name="Google Shape;1282;p34"/>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283" name="Google Shape;1283;p34"/>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284" name="Google Shape;1284;p34"/>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285" name="Google Shape;1285;p34"/>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pic>
        <p:nvPicPr>
          <p:cNvPr id="1286" name="Google Shape;1286;p34"/>
          <p:cNvPicPr preferRelativeResize="0"/>
          <p:nvPr/>
        </p:nvPicPr>
        <p:blipFill rotWithShape="1">
          <a:blip r:embed="rId4">
            <a:alphaModFix/>
          </a:blip>
          <a:srcRect b="7109" l="5515" r="4960" t="7340"/>
          <a:stretch/>
        </p:blipFill>
        <p:spPr>
          <a:xfrm>
            <a:off x="4730525" y="1639325"/>
            <a:ext cx="4302024" cy="2775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0" name="Shape 1290"/>
        <p:cNvGrpSpPr/>
        <p:nvPr/>
      </p:nvGrpSpPr>
      <p:grpSpPr>
        <a:xfrm>
          <a:off x="0" y="0"/>
          <a:ext cx="0" cy="0"/>
          <a:chOff x="0" y="0"/>
          <a:chExt cx="0" cy="0"/>
        </a:xfrm>
      </p:grpSpPr>
      <p:sp>
        <p:nvSpPr>
          <p:cNvPr id="1291" name="Google Shape;1291;p35"/>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2" name="Google Shape;1292;p35"/>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93" name="Google Shape;1293;p35"/>
          <p:cNvGrpSpPr/>
          <p:nvPr/>
        </p:nvGrpSpPr>
        <p:grpSpPr>
          <a:xfrm>
            <a:off x="8001078" y="1069247"/>
            <a:ext cx="569648" cy="349096"/>
            <a:chOff x="8367425" y="992000"/>
            <a:chExt cx="605944" cy="371339"/>
          </a:xfrm>
        </p:grpSpPr>
        <p:sp>
          <p:nvSpPr>
            <p:cNvPr id="1294" name="Google Shape;1294;p35"/>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295" name="Google Shape;1295;p35"/>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296" name="Google Shape;1296;p35"/>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297" name="Google Shape;1297;p35"/>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298" name="Google Shape;1298;p35"/>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299" name="Google Shape;1299;p35"/>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300" name="Google Shape;1300;p35"/>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1301" name="Google Shape;1301;p35"/>
          <p:cNvGrpSpPr/>
          <p:nvPr/>
        </p:nvGrpSpPr>
        <p:grpSpPr>
          <a:xfrm>
            <a:off x="508338" y="1169600"/>
            <a:ext cx="325800" cy="226500"/>
            <a:chOff x="1280775" y="1182975"/>
            <a:chExt cx="325800" cy="226500"/>
          </a:xfrm>
        </p:grpSpPr>
        <p:sp>
          <p:nvSpPr>
            <p:cNvPr id="1302" name="Google Shape;1302;p35"/>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3" name="Google Shape;1303;p35"/>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1304" name="Google Shape;1304;p35"/>
          <p:cNvSpPr/>
          <p:nvPr/>
        </p:nvSpPr>
        <p:spPr>
          <a:xfrm>
            <a:off x="508338" y="1418350"/>
            <a:ext cx="8091000" cy="3492600"/>
          </a:xfrm>
          <a:prstGeom prst="roundRect">
            <a:avLst>
              <a:gd fmla="val 0" name="adj"/>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ls – Lists directories in your current directory</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cd – Changes your working directory</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rm – Removes files and/or directories</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mkdir – Creates directories</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touch – Updates the access/modification times of a file (creates a file if it doesn’t already exist)</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cat – Prints out the contents of a file in the terminal</a:t>
            </a:r>
            <a:endParaRPr sz="1800">
              <a:solidFill>
                <a:srgbClr val="F3F3F3"/>
              </a:solidFill>
              <a:latin typeface="Consolas"/>
              <a:ea typeface="Consolas"/>
              <a:cs typeface="Consolas"/>
              <a:sym typeface="Consolas"/>
            </a:endParaRPr>
          </a:p>
        </p:txBody>
      </p:sp>
      <p:sp>
        <p:nvSpPr>
          <p:cNvPr id="1305" name="Google Shape;1305;p35"/>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6" name="Google Shape;1306;p35"/>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07" name="Google Shape;1307;p35"/>
          <p:cNvGrpSpPr/>
          <p:nvPr/>
        </p:nvGrpSpPr>
        <p:grpSpPr>
          <a:xfrm>
            <a:off x="7890091" y="9500"/>
            <a:ext cx="745600" cy="385788"/>
            <a:chOff x="7518850" y="258820"/>
            <a:chExt cx="745600" cy="385788"/>
          </a:xfrm>
        </p:grpSpPr>
        <p:sp>
          <p:nvSpPr>
            <p:cNvPr id="1308" name="Google Shape;1308;p35"/>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5"/>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0" name="Google Shape;1310;p35"/>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1" name="Google Shape;1311;p35"/>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312" name="Google Shape;1312;p35"/>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3" name="Google Shape;1313;p35"/>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314" name="Google Shape;1314;p35"/>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Terminal Commands</a:t>
            </a:r>
            <a:endParaRPr b="1" sz="3600">
              <a:solidFill>
                <a:srgbClr val="262626"/>
              </a:solidFill>
              <a:latin typeface="Tahoma"/>
              <a:ea typeface="Tahoma"/>
              <a:cs typeface="Tahoma"/>
              <a:sym typeface="Tahom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8" name="Shape 1318"/>
        <p:cNvGrpSpPr/>
        <p:nvPr/>
      </p:nvGrpSpPr>
      <p:grpSpPr>
        <a:xfrm>
          <a:off x="0" y="0"/>
          <a:ext cx="0" cy="0"/>
          <a:chOff x="0" y="0"/>
          <a:chExt cx="0" cy="0"/>
        </a:xfrm>
      </p:grpSpPr>
      <p:sp>
        <p:nvSpPr>
          <p:cNvPr id="1319" name="Google Shape;1319;p36"/>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0" name="Google Shape;1320;p36"/>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21" name="Google Shape;1321;p36"/>
          <p:cNvGrpSpPr/>
          <p:nvPr/>
        </p:nvGrpSpPr>
        <p:grpSpPr>
          <a:xfrm>
            <a:off x="8001078" y="1069247"/>
            <a:ext cx="569648" cy="349096"/>
            <a:chOff x="8367425" y="992000"/>
            <a:chExt cx="605944" cy="371339"/>
          </a:xfrm>
        </p:grpSpPr>
        <p:sp>
          <p:nvSpPr>
            <p:cNvPr id="1322" name="Google Shape;1322;p36"/>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323" name="Google Shape;1323;p36"/>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324" name="Google Shape;1324;p36"/>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325" name="Google Shape;1325;p36"/>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326" name="Google Shape;1326;p36"/>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327" name="Google Shape;1327;p36"/>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328" name="Google Shape;1328;p36"/>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1329" name="Google Shape;1329;p36"/>
          <p:cNvGrpSpPr/>
          <p:nvPr/>
        </p:nvGrpSpPr>
        <p:grpSpPr>
          <a:xfrm>
            <a:off x="508338" y="1169600"/>
            <a:ext cx="325800" cy="226500"/>
            <a:chOff x="1280775" y="1182975"/>
            <a:chExt cx="325800" cy="226500"/>
          </a:xfrm>
        </p:grpSpPr>
        <p:sp>
          <p:nvSpPr>
            <p:cNvPr id="1330" name="Google Shape;1330;p36"/>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1" name="Google Shape;1331;p36"/>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1332" name="Google Shape;1332;p36"/>
          <p:cNvSpPr/>
          <p:nvPr/>
        </p:nvSpPr>
        <p:spPr>
          <a:xfrm>
            <a:off x="508338" y="1418350"/>
            <a:ext cx="8091000" cy="3492600"/>
          </a:xfrm>
          <a:prstGeom prst="roundRect">
            <a:avLst>
              <a:gd fmla="val 0" name="adj"/>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On Windows, each program has an installer file (.exe) found on its website.</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.exe may be </a:t>
            </a:r>
            <a:r>
              <a:rPr lang="en" sz="1800">
                <a:solidFill>
                  <a:srgbClr val="FF0000"/>
                </a:solidFill>
                <a:latin typeface="Consolas"/>
                <a:ea typeface="Consolas"/>
                <a:cs typeface="Consolas"/>
                <a:sym typeface="Consolas"/>
              </a:rPr>
              <a:t>malicious</a:t>
            </a:r>
            <a:endParaRPr sz="1800">
              <a:solidFill>
                <a:srgbClr val="FF0000"/>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Each program manages its own dependencies and updates</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Process for uninstalling may be obfuscated</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On Linux, programs are installed through the Package Manager.</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Software is digitally signed (i.e., </a:t>
            </a:r>
            <a:r>
              <a:rPr lang="en" sz="1800">
                <a:solidFill>
                  <a:srgbClr val="FFFF00"/>
                </a:solidFill>
                <a:latin typeface="Consolas"/>
                <a:ea typeface="Consolas"/>
                <a:cs typeface="Consolas"/>
                <a:sym typeface="Consolas"/>
              </a:rPr>
              <a:t>authenticated</a:t>
            </a:r>
            <a:r>
              <a:rPr lang="en" sz="1800">
                <a:solidFill>
                  <a:srgbClr val="F3F3F3"/>
                </a:solidFill>
                <a:latin typeface="Consolas"/>
                <a:ea typeface="Consolas"/>
                <a:cs typeface="Consolas"/>
                <a:sym typeface="Consolas"/>
              </a:rPr>
              <a:t>)</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Dependencies are managed automatically</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Central way to install, update, or remove programs</a:t>
            </a:r>
            <a:endParaRPr sz="1800">
              <a:solidFill>
                <a:srgbClr val="F3F3F3"/>
              </a:solidFill>
              <a:latin typeface="Consolas"/>
              <a:ea typeface="Consolas"/>
              <a:cs typeface="Consolas"/>
              <a:sym typeface="Consolas"/>
            </a:endParaRPr>
          </a:p>
        </p:txBody>
      </p:sp>
      <p:sp>
        <p:nvSpPr>
          <p:cNvPr id="1333" name="Google Shape;1333;p36"/>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4" name="Google Shape;1334;p36"/>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35" name="Google Shape;1335;p36"/>
          <p:cNvGrpSpPr/>
          <p:nvPr/>
        </p:nvGrpSpPr>
        <p:grpSpPr>
          <a:xfrm>
            <a:off x="7890091" y="9500"/>
            <a:ext cx="745600" cy="385788"/>
            <a:chOff x="7518850" y="258820"/>
            <a:chExt cx="745600" cy="385788"/>
          </a:xfrm>
        </p:grpSpPr>
        <p:sp>
          <p:nvSpPr>
            <p:cNvPr id="1336" name="Google Shape;1336;p36"/>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6"/>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8" name="Google Shape;1338;p36"/>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9" name="Google Shape;1339;p36"/>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340" name="Google Shape;1340;p36"/>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1" name="Google Shape;1341;p36"/>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342" name="Google Shape;1342;p36"/>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Package Managers</a:t>
            </a:r>
            <a:endParaRPr b="1" sz="3600">
              <a:solidFill>
                <a:srgbClr val="262626"/>
              </a:solidFill>
              <a:latin typeface="Tahoma"/>
              <a:ea typeface="Tahoma"/>
              <a:cs typeface="Tahoma"/>
              <a:sym typeface="Tahom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6" name="Shape 1346"/>
        <p:cNvGrpSpPr/>
        <p:nvPr/>
      </p:nvGrpSpPr>
      <p:grpSpPr>
        <a:xfrm>
          <a:off x="0" y="0"/>
          <a:ext cx="0" cy="0"/>
          <a:chOff x="0" y="0"/>
          <a:chExt cx="0" cy="0"/>
        </a:xfrm>
      </p:grpSpPr>
      <p:sp>
        <p:nvSpPr>
          <p:cNvPr id="1347" name="Google Shape;1347;p37"/>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8" name="Google Shape;1348;p37"/>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49" name="Google Shape;1349;p37"/>
          <p:cNvGrpSpPr/>
          <p:nvPr/>
        </p:nvGrpSpPr>
        <p:grpSpPr>
          <a:xfrm>
            <a:off x="8001078" y="1069247"/>
            <a:ext cx="569648" cy="349096"/>
            <a:chOff x="8367425" y="992000"/>
            <a:chExt cx="605944" cy="371339"/>
          </a:xfrm>
        </p:grpSpPr>
        <p:sp>
          <p:nvSpPr>
            <p:cNvPr id="1350" name="Google Shape;1350;p37"/>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351" name="Google Shape;1351;p37"/>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352" name="Google Shape;1352;p37"/>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353" name="Google Shape;1353;p37"/>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354" name="Google Shape;1354;p37"/>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355" name="Google Shape;1355;p37"/>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356" name="Google Shape;1356;p37"/>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1357" name="Google Shape;1357;p37"/>
          <p:cNvGrpSpPr/>
          <p:nvPr/>
        </p:nvGrpSpPr>
        <p:grpSpPr>
          <a:xfrm>
            <a:off x="508338" y="1169600"/>
            <a:ext cx="325800" cy="226500"/>
            <a:chOff x="1280775" y="1182975"/>
            <a:chExt cx="325800" cy="226500"/>
          </a:xfrm>
        </p:grpSpPr>
        <p:sp>
          <p:nvSpPr>
            <p:cNvPr id="1358" name="Google Shape;1358;p37"/>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9" name="Google Shape;1359;p37"/>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1360" name="Google Shape;1360;p37"/>
          <p:cNvSpPr/>
          <p:nvPr/>
        </p:nvSpPr>
        <p:spPr>
          <a:xfrm>
            <a:off x="508338" y="1418350"/>
            <a:ext cx="8091000" cy="3492600"/>
          </a:xfrm>
          <a:prstGeom prst="roundRect">
            <a:avLst>
              <a:gd fmla="val 0" name="adj"/>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We will focus on APT, which is the package manager for Debian, </a:t>
            </a:r>
            <a:r>
              <a:rPr lang="en" sz="1800">
                <a:solidFill>
                  <a:srgbClr val="FFFF00"/>
                </a:solidFill>
                <a:latin typeface="Consolas"/>
                <a:ea typeface="Consolas"/>
                <a:cs typeface="Consolas"/>
                <a:sym typeface="Consolas"/>
              </a:rPr>
              <a:t>Linux Mint</a:t>
            </a:r>
            <a:r>
              <a:rPr lang="en" sz="1800">
                <a:solidFill>
                  <a:srgbClr val="F3F3F3"/>
                </a:solidFill>
                <a:latin typeface="Consolas"/>
                <a:ea typeface="Consolas"/>
                <a:cs typeface="Consolas"/>
                <a:sym typeface="Consolas"/>
              </a:rPr>
              <a:t>, and Ubuntu</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APT is a package manager developed by the Debian Project</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Used in Debian-based distros (e.g., Debian, Linux Mint, and Ubuntu)</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Can be called with the terminal command "apt" or with a GUI</a:t>
            </a:r>
            <a:endParaRPr sz="1800">
              <a:solidFill>
                <a:srgbClr val="F3F3F3"/>
              </a:solidFill>
              <a:latin typeface="Consolas"/>
              <a:ea typeface="Consolas"/>
              <a:cs typeface="Consolas"/>
              <a:sym typeface="Consolas"/>
            </a:endParaRPr>
          </a:p>
          <a:p>
            <a:pPr indent="-342900" lvl="0" marL="4572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Some useful commands are:</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sudo apt install [package]</a:t>
            </a:r>
            <a:endParaRPr sz="1800">
              <a:solidFill>
                <a:srgbClr val="F3F3F3"/>
              </a:solidFill>
              <a:latin typeface="Consolas"/>
              <a:ea typeface="Consolas"/>
              <a:cs typeface="Consolas"/>
              <a:sym typeface="Consolas"/>
            </a:endParaRPr>
          </a:p>
          <a:p>
            <a:pPr indent="-342900" lvl="1" marL="914400" rtl="0" algn="l">
              <a:spcBef>
                <a:spcPts val="0"/>
              </a:spcBef>
              <a:spcAft>
                <a:spcPts val="0"/>
              </a:spcAft>
              <a:buClr>
                <a:srgbClr val="F3F3F3"/>
              </a:buClr>
              <a:buSzPts val="1800"/>
              <a:buFont typeface="Consolas"/>
              <a:buChar char="○"/>
            </a:pPr>
            <a:r>
              <a:rPr lang="en" sz="1800">
                <a:solidFill>
                  <a:srgbClr val="F3F3F3"/>
                </a:solidFill>
                <a:latin typeface="Consolas"/>
                <a:ea typeface="Consolas"/>
                <a:cs typeface="Consolas"/>
                <a:sym typeface="Consolas"/>
              </a:rPr>
              <a:t>sudo apt update &amp;&amp; sudo apt upgrade -y</a:t>
            </a:r>
            <a:endParaRPr sz="1800">
              <a:solidFill>
                <a:srgbClr val="F3F3F3"/>
              </a:solidFill>
              <a:latin typeface="Consolas"/>
              <a:ea typeface="Consolas"/>
              <a:cs typeface="Consolas"/>
              <a:sym typeface="Consolas"/>
            </a:endParaRPr>
          </a:p>
        </p:txBody>
      </p:sp>
      <p:sp>
        <p:nvSpPr>
          <p:cNvPr id="1361" name="Google Shape;1361;p37"/>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2" name="Google Shape;1362;p37"/>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63" name="Google Shape;1363;p37"/>
          <p:cNvGrpSpPr/>
          <p:nvPr/>
        </p:nvGrpSpPr>
        <p:grpSpPr>
          <a:xfrm>
            <a:off x="7890091" y="9500"/>
            <a:ext cx="745600" cy="385788"/>
            <a:chOff x="7518850" y="258820"/>
            <a:chExt cx="745600" cy="385788"/>
          </a:xfrm>
        </p:grpSpPr>
        <p:sp>
          <p:nvSpPr>
            <p:cNvPr id="1364" name="Google Shape;1364;p37"/>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7"/>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6" name="Google Shape;1366;p37"/>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7" name="Google Shape;1367;p37"/>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368" name="Google Shape;1368;p37"/>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9" name="Google Shape;1369;p37"/>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370" name="Google Shape;1370;p37"/>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Package Managers: APT</a:t>
            </a:r>
            <a:endParaRPr b="1" sz="3600">
              <a:solidFill>
                <a:srgbClr val="262626"/>
              </a:solidFill>
              <a:latin typeface="Tahoma"/>
              <a:ea typeface="Tahoma"/>
              <a:cs typeface="Tahoma"/>
              <a:sym typeface="Tahom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4" name="Shape 1374"/>
        <p:cNvGrpSpPr/>
        <p:nvPr/>
      </p:nvGrpSpPr>
      <p:grpSpPr>
        <a:xfrm>
          <a:off x="0" y="0"/>
          <a:ext cx="0" cy="0"/>
          <a:chOff x="0" y="0"/>
          <a:chExt cx="0" cy="0"/>
        </a:xfrm>
      </p:grpSpPr>
      <p:sp>
        <p:nvSpPr>
          <p:cNvPr id="1375" name="Google Shape;1375;p38"/>
          <p:cNvSpPr/>
          <p:nvPr/>
        </p:nvSpPr>
        <p:spPr>
          <a:xfrm>
            <a:off x="4735675"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6" name="Google Shape;1376;p38"/>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7" name="Google Shape;1377;p38"/>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78" name="Google Shape;1378;p38"/>
          <p:cNvGrpSpPr/>
          <p:nvPr/>
        </p:nvGrpSpPr>
        <p:grpSpPr>
          <a:xfrm>
            <a:off x="7890091" y="9500"/>
            <a:ext cx="745600" cy="385788"/>
            <a:chOff x="7518850" y="258820"/>
            <a:chExt cx="745600" cy="385788"/>
          </a:xfrm>
        </p:grpSpPr>
        <p:sp>
          <p:nvSpPr>
            <p:cNvPr id="1379" name="Google Shape;1379;p38"/>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8"/>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1" name="Google Shape;1381;p38"/>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2" name="Google Shape;1382;p38"/>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383" name="Google Shape;1383;p38"/>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4" name="Google Shape;1384;p38"/>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385" name="Google Shape;1385;p38"/>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App Stores</a:t>
            </a:r>
            <a:endParaRPr b="1" sz="3600">
              <a:solidFill>
                <a:srgbClr val="262626"/>
              </a:solidFill>
              <a:latin typeface="Tahoma"/>
              <a:ea typeface="Tahoma"/>
              <a:cs typeface="Tahoma"/>
              <a:sym typeface="Tahoma"/>
            </a:endParaRPr>
          </a:p>
        </p:txBody>
      </p:sp>
      <p:sp>
        <p:nvSpPr>
          <p:cNvPr id="1386" name="Google Shape;1386;p38"/>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7" name="Google Shape;1387;p38"/>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88" name="Google Shape;1388;p38"/>
          <p:cNvGrpSpPr/>
          <p:nvPr/>
        </p:nvGrpSpPr>
        <p:grpSpPr>
          <a:xfrm>
            <a:off x="508400" y="1165100"/>
            <a:ext cx="2768206" cy="235500"/>
            <a:chOff x="894600" y="1165100"/>
            <a:chExt cx="2768206" cy="235500"/>
          </a:xfrm>
        </p:grpSpPr>
        <p:sp>
          <p:nvSpPr>
            <p:cNvPr id="1389" name="Google Shape;1389;p38"/>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90" name="Google Shape;1390;p38"/>
            <p:cNvGrpSpPr/>
            <p:nvPr/>
          </p:nvGrpSpPr>
          <p:grpSpPr>
            <a:xfrm>
              <a:off x="894600" y="1165100"/>
              <a:ext cx="2768206" cy="235500"/>
              <a:chOff x="894600" y="1165100"/>
              <a:chExt cx="2768206" cy="235500"/>
            </a:xfrm>
          </p:grpSpPr>
          <p:sp>
            <p:nvSpPr>
              <p:cNvPr id="1391" name="Google Shape;1391;p38"/>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1392" name="Google Shape;1392;p38"/>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1393" name="Google Shape;1393;p38"/>
          <p:cNvSpPr/>
          <p:nvPr/>
        </p:nvSpPr>
        <p:spPr>
          <a:xfrm>
            <a:off x="508250" y="1418350"/>
            <a:ext cx="4063800" cy="3492600"/>
          </a:xfrm>
          <a:prstGeom prst="roundRect">
            <a:avLst>
              <a:gd fmla="val 0" name="adj"/>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3F3F3"/>
                </a:solidFill>
                <a:latin typeface="Consolas"/>
                <a:ea typeface="Consolas"/>
                <a:cs typeface="Consolas"/>
                <a:sym typeface="Consolas"/>
              </a:rPr>
              <a:t>An app store or Software Manager is a front-end for</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package managers. They provide easy access to applications from within </a:t>
            </a:r>
            <a:r>
              <a:rPr lang="en" sz="1800">
                <a:solidFill>
                  <a:srgbClr val="F3F3F3"/>
                </a:solidFill>
                <a:latin typeface="Consolas"/>
                <a:ea typeface="Consolas"/>
                <a:cs typeface="Consolas"/>
                <a:sym typeface="Consolas"/>
              </a:rPr>
              <a:t>the</a:t>
            </a:r>
            <a:r>
              <a:rPr lang="en" sz="1800">
                <a:solidFill>
                  <a:srgbClr val="F3F3F3"/>
                </a:solidFill>
                <a:latin typeface="Consolas"/>
                <a:ea typeface="Consolas"/>
                <a:cs typeface="Consolas"/>
                <a:sym typeface="Consolas"/>
              </a:rPr>
              <a:t> </a:t>
            </a:r>
            <a:r>
              <a:rPr lang="en" sz="1800">
                <a:solidFill>
                  <a:srgbClr val="F3F3F3"/>
                </a:solidFill>
                <a:latin typeface="Consolas"/>
                <a:ea typeface="Consolas"/>
                <a:cs typeface="Consolas"/>
                <a:sym typeface="Consolas"/>
              </a:rPr>
              <a:t>repositories</a:t>
            </a:r>
            <a:r>
              <a:rPr lang="en" sz="1800">
                <a:solidFill>
                  <a:srgbClr val="F3F3F3"/>
                </a:solidFill>
                <a:latin typeface="Consolas"/>
                <a:ea typeface="Consolas"/>
                <a:cs typeface="Consolas"/>
                <a:sym typeface="Consolas"/>
              </a:rPr>
              <a:t>.</a:t>
            </a:r>
            <a:endParaRPr sz="1800">
              <a:solidFill>
                <a:srgbClr val="F3F3F3"/>
              </a:solidFill>
              <a:latin typeface="Consolas"/>
              <a:ea typeface="Consolas"/>
              <a:cs typeface="Consolas"/>
              <a:sym typeface="Consolas"/>
            </a:endParaRPr>
          </a:p>
        </p:txBody>
      </p:sp>
      <p:grpSp>
        <p:nvGrpSpPr>
          <p:cNvPr id="1394" name="Google Shape;1394;p38"/>
          <p:cNvGrpSpPr/>
          <p:nvPr/>
        </p:nvGrpSpPr>
        <p:grpSpPr>
          <a:xfrm>
            <a:off x="3977133" y="1069247"/>
            <a:ext cx="569648" cy="349096"/>
            <a:chOff x="8367425" y="992000"/>
            <a:chExt cx="605944" cy="371339"/>
          </a:xfrm>
        </p:grpSpPr>
        <p:sp>
          <p:nvSpPr>
            <p:cNvPr id="1395" name="Google Shape;1395;p38"/>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396" name="Google Shape;1396;p38"/>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397" name="Google Shape;1397;p38"/>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398" name="Google Shape;1398;p38"/>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399" name="Google Shape;1399;p38"/>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400" name="Google Shape;1400;p38"/>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401" name="Google Shape;1401;p38"/>
          <p:cNvSpPr/>
          <p:nvPr/>
        </p:nvSpPr>
        <p:spPr>
          <a:xfrm>
            <a:off x="4735750"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2" name="Google Shape;1402;p38"/>
          <p:cNvSpPr/>
          <p:nvPr/>
        </p:nvSpPr>
        <p:spPr>
          <a:xfrm>
            <a:off x="4735750"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3" name="Google Shape;1403;p38"/>
          <p:cNvSpPr/>
          <p:nvPr/>
        </p:nvSpPr>
        <p:spPr>
          <a:xfrm>
            <a:off x="4735750"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4" name="Google Shape;1404;p38"/>
          <p:cNvSpPr/>
          <p:nvPr/>
        </p:nvSpPr>
        <p:spPr>
          <a:xfrm>
            <a:off x="4735746"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5" name="Google Shape;1405;p38"/>
          <p:cNvSpPr txBox="1"/>
          <p:nvPr/>
        </p:nvSpPr>
        <p:spPr>
          <a:xfrm>
            <a:off x="4735675"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1406" name="Google Shape;1406;p38"/>
          <p:cNvPicPr preferRelativeResize="0"/>
          <p:nvPr/>
        </p:nvPicPr>
        <p:blipFill>
          <a:blip r:embed="rId4">
            <a:alphaModFix/>
          </a:blip>
          <a:stretch>
            <a:fillRect/>
          </a:stretch>
        </p:blipFill>
        <p:spPr>
          <a:xfrm>
            <a:off x="4761975" y="1548273"/>
            <a:ext cx="450650" cy="2295025"/>
          </a:xfrm>
          <a:prstGeom prst="rect">
            <a:avLst/>
          </a:prstGeom>
          <a:noFill/>
          <a:ln>
            <a:noFill/>
          </a:ln>
        </p:spPr>
      </p:pic>
      <p:sp>
        <p:nvSpPr>
          <p:cNvPr id="1407" name="Google Shape;1407;p38"/>
          <p:cNvSpPr/>
          <p:nvPr/>
        </p:nvSpPr>
        <p:spPr>
          <a:xfrm>
            <a:off x="4855175"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8" name="Google Shape;1408;p38"/>
          <p:cNvSpPr/>
          <p:nvPr/>
        </p:nvSpPr>
        <p:spPr>
          <a:xfrm>
            <a:off x="5153875"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9" name="Google Shape;1409;p38"/>
          <p:cNvSpPr/>
          <p:nvPr/>
        </p:nvSpPr>
        <p:spPr>
          <a:xfrm>
            <a:off x="5153875"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0" name="Google Shape;1410;p38"/>
          <p:cNvSpPr/>
          <p:nvPr/>
        </p:nvSpPr>
        <p:spPr>
          <a:xfrm>
            <a:off x="5303775"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1" name="Google Shape;1411;p38"/>
          <p:cNvSpPr/>
          <p:nvPr/>
        </p:nvSpPr>
        <p:spPr>
          <a:xfrm>
            <a:off x="5303775"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2" name="Google Shape;1412;p38"/>
          <p:cNvSpPr/>
          <p:nvPr/>
        </p:nvSpPr>
        <p:spPr>
          <a:xfrm>
            <a:off x="5445675"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3" name="Google Shape;1413;p38"/>
          <p:cNvSpPr/>
          <p:nvPr/>
        </p:nvSpPr>
        <p:spPr>
          <a:xfrm>
            <a:off x="5445675"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4" name="Google Shape;1414;p38"/>
          <p:cNvSpPr/>
          <p:nvPr/>
        </p:nvSpPr>
        <p:spPr>
          <a:xfrm>
            <a:off x="5595575"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5" name="Google Shape;1415;p38"/>
          <p:cNvSpPr/>
          <p:nvPr/>
        </p:nvSpPr>
        <p:spPr>
          <a:xfrm>
            <a:off x="5595575"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6" name="Google Shape;1416;p38"/>
          <p:cNvSpPr/>
          <p:nvPr/>
        </p:nvSpPr>
        <p:spPr>
          <a:xfrm>
            <a:off x="5745475"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7" name="Google Shape;1417;p38"/>
          <p:cNvSpPr/>
          <p:nvPr/>
        </p:nvSpPr>
        <p:spPr>
          <a:xfrm>
            <a:off x="5745475"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8" name="Google Shape;1418;p38"/>
          <p:cNvSpPr/>
          <p:nvPr/>
        </p:nvSpPr>
        <p:spPr>
          <a:xfrm>
            <a:off x="5895375"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9" name="Google Shape;1419;p38"/>
          <p:cNvSpPr/>
          <p:nvPr/>
        </p:nvSpPr>
        <p:spPr>
          <a:xfrm>
            <a:off x="5895375"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0" name="Google Shape;1420;p38"/>
          <p:cNvSpPr/>
          <p:nvPr/>
        </p:nvSpPr>
        <p:spPr>
          <a:xfrm>
            <a:off x="6037275"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1" name="Google Shape;1421;p38"/>
          <p:cNvSpPr/>
          <p:nvPr/>
        </p:nvSpPr>
        <p:spPr>
          <a:xfrm>
            <a:off x="60372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2" name="Google Shape;1422;p38"/>
          <p:cNvSpPr/>
          <p:nvPr/>
        </p:nvSpPr>
        <p:spPr>
          <a:xfrm>
            <a:off x="6187175"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3" name="Google Shape;1423;p38"/>
          <p:cNvSpPr/>
          <p:nvPr/>
        </p:nvSpPr>
        <p:spPr>
          <a:xfrm>
            <a:off x="6187175"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4" name="Google Shape;1424;p38"/>
          <p:cNvSpPr/>
          <p:nvPr/>
        </p:nvSpPr>
        <p:spPr>
          <a:xfrm>
            <a:off x="6337075"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5" name="Google Shape;1425;p38"/>
          <p:cNvSpPr/>
          <p:nvPr/>
        </p:nvSpPr>
        <p:spPr>
          <a:xfrm>
            <a:off x="6337075"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6" name="Google Shape;1426;p38"/>
          <p:cNvSpPr/>
          <p:nvPr/>
        </p:nvSpPr>
        <p:spPr>
          <a:xfrm>
            <a:off x="6486975"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7" name="Google Shape;1427;p38"/>
          <p:cNvSpPr/>
          <p:nvPr/>
        </p:nvSpPr>
        <p:spPr>
          <a:xfrm>
            <a:off x="6486975"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8" name="Google Shape;1428;p38"/>
          <p:cNvSpPr/>
          <p:nvPr/>
        </p:nvSpPr>
        <p:spPr>
          <a:xfrm>
            <a:off x="6636875"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9" name="Google Shape;1429;p38"/>
          <p:cNvSpPr/>
          <p:nvPr/>
        </p:nvSpPr>
        <p:spPr>
          <a:xfrm>
            <a:off x="6636875"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0" name="Google Shape;1430;p38"/>
          <p:cNvSpPr/>
          <p:nvPr/>
        </p:nvSpPr>
        <p:spPr>
          <a:xfrm>
            <a:off x="6786775"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1" name="Google Shape;1431;p38"/>
          <p:cNvSpPr/>
          <p:nvPr/>
        </p:nvSpPr>
        <p:spPr>
          <a:xfrm>
            <a:off x="67867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2" name="Google Shape;1432;p38"/>
          <p:cNvSpPr/>
          <p:nvPr/>
        </p:nvSpPr>
        <p:spPr>
          <a:xfrm>
            <a:off x="6928675"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3" name="Google Shape;1433;p38"/>
          <p:cNvSpPr/>
          <p:nvPr/>
        </p:nvSpPr>
        <p:spPr>
          <a:xfrm>
            <a:off x="6928675"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4" name="Google Shape;1434;p38"/>
          <p:cNvSpPr/>
          <p:nvPr/>
        </p:nvSpPr>
        <p:spPr>
          <a:xfrm>
            <a:off x="7078575"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5" name="Google Shape;1435;p38"/>
          <p:cNvSpPr/>
          <p:nvPr/>
        </p:nvSpPr>
        <p:spPr>
          <a:xfrm>
            <a:off x="7078575"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6" name="Google Shape;1436;p38"/>
          <p:cNvSpPr/>
          <p:nvPr/>
        </p:nvSpPr>
        <p:spPr>
          <a:xfrm>
            <a:off x="4968686"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7" name="Google Shape;1437;p38"/>
          <p:cNvSpPr/>
          <p:nvPr/>
        </p:nvSpPr>
        <p:spPr>
          <a:xfrm>
            <a:off x="4908761"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8" name="Google Shape;1438;p38"/>
          <p:cNvSpPr/>
          <p:nvPr/>
        </p:nvSpPr>
        <p:spPr>
          <a:xfrm>
            <a:off x="4735675" y="4720025"/>
            <a:ext cx="3827400" cy="1713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9" name="Google Shape;1439;p38"/>
          <p:cNvSpPr/>
          <p:nvPr/>
        </p:nvSpPr>
        <p:spPr>
          <a:xfrm>
            <a:off x="4735750" y="1195025"/>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0" name="Google Shape;1440;p38"/>
          <p:cNvSpPr txBox="1"/>
          <p:nvPr/>
        </p:nvSpPr>
        <p:spPr>
          <a:xfrm>
            <a:off x="4733075" y="4733825"/>
            <a:ext cx="1845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For Help, click Help Topics on the Help Menu.</a:t>
            </a:r>
            <a:endParaRPr sz="700">
              <a:solidFill>
                <a:schemeClr val="accent2"/>
              </a:solidFill>
              <a:latin typeface="Tahoma"/>
              <a:ea typeface="Tahoma"/>
              <a:cs typeface="Tahoma"/>
              <a:sym typeface="Tahoma"/>
            </a:endParaRPr>
          </a:p>
        </p:txBody>
      </p:sp>
      <p:sp>
        <p:nvSpPr>
          <p:cNvPr id="1441" name="Google Shape;1441;p38"/>
          <p:cNvSpPr/>
          <p:nvPr/>
        </p:nvSpPr>
        <p:spPr>
          <a:xfrm>
            <a:off x="5238850"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2" name="Google Shape;1442;p38"/>
          <p:cNvSpPr txBox="1"/>
          <p:nvPr/>
        </p:nvSpPr>
        <p:spPr>
          <a:xfrm>
            <a:off x="4722375"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grpSp>
        <p:nvGrpSpPr>
          <p:cNvPr id="1443" name="Google Shape;1443;p38"/>
          <p:cNvGrpSpPr/>
          <p:nvPr/>
        </p:nvGrpSpPr>
        <p:grpSpPr>
          <a:xfrm>
            <a:off x="7853691" y="1055825"/>
            <a:ext cx="745600" cy="385788"/>
            <a:chOff x="7518850" y="258820"/>
            <a:chExt cx="745600" cy="385788"/>
          </a:xfrm>
        </p:grpSpPr>
        <p:sp>
          <p:nvSpPr>
            <p:cNvPr id="1444" name="Google Shape;1444;p38"/>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8"/>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6" name="Google Shape;1446;p38"/>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7" name="Google Shape;1447;p38"/>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448" name="Google Shape;1448;p38"/>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9" name="Google Shape;1449;p38"/>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pic>
        <p:nvPicPr>
          <p:cNvPr id="1450" name="Google Shape;1450;p38"/>
          <p:cNvPicPr preferRelativeResize="0"/>
          <p:nvPr/>
        </p:nvPicPr>
        <p:blipFill rotWithShape="1">
          <a:blip r:embed="rId5">
            <a:alphaModFix/>
          </a:blip>
          <a:srcRect b="11782" l="15121" r="14743" t="6904"/>
          <a:stretch/>
        </p:blipFill>
        <p:spPr>
          <a:xfrm>
            <a:off x="5370800" y="1540727"/>
            <a:ext cx="3044207" cy="2786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4" name="Shape 1454"/>
        <p:cNvGrpSpPr/>
        <p:nvPr/>
      </p:nvGrpSpPr>
      <p:grpSpPr>
        <a:xfrm>
          <a:off x="0" y="0"/>
          <a:ext cx="0" cy="0"/>
          <a:chOff x="0" y="0"/>
          <a:chExt cx="0" cy="0"/>
        </a:xfrm>
      </p:grpSpPr>
      <p:sp>
        <p:nvSpPr>
          <p:cNvPr id="1455" name="Google Shape;1455;p39"/>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6" name="Google Shape;1456;p39"/>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457" name="Google Shape;1457;p39"/>
          <p:cNvGrpSpPr/>
          <p:nvPr/>
        </p:nvGrpSpPr>
        <p:grpSpPr>
          <a:xfrm>
            <a:off x="7890091" y="9500"/>
            <a:ext cx="745600" cy="385788"/>
            <a:chOff x="7518850" y="258820"/>
            <a:chExt cx="745600" cy="385788"/>
          </a:xfrm>
        </p:grpSpPr>
        <p:sp>
          <p:nvSpPr>
            <p:cNvPr id="1458" name="Google Shape;1458;p39"/>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9"/>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0" name="Google Shape;1460;p39"/>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1" name="Google Shape;1461;p39"/>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462" name="Google Shape;1462;p39"/>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3" name="Google Shape;1463;p39"/>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464" name="Google Shape;1464;p39"/>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Conclusion</a:t>
            </a:r>
            <a:endParaRPr b="1" sz="3600">
              <a:solidFill>
                <a:srgbClr val="262626"/>
              </a:solidFill>
              <a:latin typeface="Tahoma"/>
              <a:ea typeface="Tahoma"/>
              <a:cs typeface="Tahoma"/>
              <a:sym typeface="Tahoma"/>
            </a:endParaRPr>
          </a:p>
        </p:txBody>
      </p:sp>
      <p:sp>
        <p:nvSpPr>
          <p:cNvPr id="1465" name="Google Shape;1465;p39"/>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6" name="Google Shape;1466;p39"/>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467" name="Google Shape;1467;p39"/>
          <p:cNvGrpSpPr/>
          <p:nvPr/>
        </p:nvGrpSpPr>
        <p:grpSpPr>
          <a:xfrm>
            <a:off x="8001078" y="1069247"/>
            <a:ext cx="569648" cy="349096"/>
            <a:chOff x="8367425" y="992000"/>
            <a:chExt cx="605944" cy="371339"/>
          </a:xfrm>
        </p:grpSpPr>
        <p:sp>
          <p:nvSpPr>
            <p:cNvPr id="1468" name="Google Shape;1468;p39"/>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469" name="Google Shape;1469;p39"/>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470" name="Google Shape;1470;p39"/>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471" name="Google Shape;1471;p39"/>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472" name="Google Shape;1472;p39"/>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473" name="Google Shape;1473;p39"/>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474" name="Google Shape;1474;p39"/>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1475" name="Google Shape;1475;p39"/>
          <p:cNvGrpSpPr/>
          <p:nvPr/>
        </p:nvGrpSpPr>
        <p:grpSpPr>
          <a:xfrm>
            <a:off x="508338" y="1169600"/>
            <a:ext cx="325800" cy="226500"/>
            <a:chOff x="1280775" y="1182975"/>
            <a:chExt cx="325800" cy="226500"/>
          </a:xfrm>
        </p:grpSpPr>
        <p:sp>
          <p:nvSpPr>
            <p:cNvPr id="1476" name="Google Shape;1476;p39"/>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7" name="Google Shape;1477;p39"/>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1478" name="Google Shape;1478;p39"/>
          <p:cNvSpPr/>
          <p:nvPr/>
        </p:nvSpPr>
        <p:spPr>
          <a:xfrm>
            <a:off x="508338" y="1418350"/>
            <a:ext cx="8091000" cy="3492600"/>
          </a:xfrm>
          <a:prstGeom prst="roundRect">
            <a:avLst>
              <a:gd fmla="val 0" name="adj"/>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F3F3F3"/>
                </a:solidFill>
                <a:latin typeface="Consolas"/>
                <a:ea typeface="Consolas"/>
                <a:cs typeface="Consolas"/>
                <a:sym typeface="Consolas"/>
              </a:rPr>
              <a:t>Join </a:t>
            </a:r>
            <a:r>
              <a:rPr lang="en" sz="1800">
                <a:solidFill>
                  <a:srgbClr val="F3F3F3"/>
                </a:solidFill>
                <a:latin typeface="Consolas"/>
                <a:ea typeface="Consolas"/>
                <a:cs typeface="Consolas"/>
                <a:sym typeface="Consolas"/>
              </a:rPr>
              <a:t>Free Software at UCF	and IEEE Computer Society at UCF</a:t>
            </a:r>
            <a:endParaRPr sz="1800">
              <a:solidFill>
                <a:srgbClr val="F3F3F3"/>
              </a:solidFill>
              <a:latin typeface="Consolas"/>
              <a:ea typeface="Consolas"/>
              <a:cs typeface="Consolas"/>
              <a:sym typeface="Consolas"/>
            </a:endParaRPr>
          </a:p>
        </p:txBody>
      </p:sp>
      <p:pic>
        <p:nvPicPr>
          <p:cNvPr id="1479" name="Google Shape;1479;p39" title="discord-invite-q35JxqWXB.png"/>
          <p:cNvPicPr preferRelativeResize="0"/>
          <p:nvPr/>
        </p:nvPicPr>
        <p:blipFill>
          <a:blip r:embed="rId4">
            <a:alphaModFix/>
          </a:blip>
          <a:stretch>
            <a:fillRect/>
          </a:stretch>
        </p:blipFill>
        <p:spPr>
          <a:xfrm>
            <a:off x="508355" y="1812838"/>
            <a:ext cx="3098125" cy="3098125"/>
          </a:xfrm>
          <a:prstGeom prst="rect">
            <a:avLst/>
          </a:prstGeom>
          <a:noFill/>
          <a:ln>
            <a:noFill/>
          </a:ln>
        </p:spPr>
      </p:pic>
      <p:pic>
        <p:nvPicPr>
          <p:cNvPr id="1480" name="Google Shape;1480;p39"/>
          <p:cNvPicPr preferRelativeResize="0"/>
          <p:nvPr/>
        </p:nvPicPr>
        <p:blipFill>
          <a:blip r:embed="rId5">
            <a:alphaModFix/>
          </a:blip>
          <a:stretch>
            <a:fillRect/>
          </a:stretch>
        </p:blipFill>
        <p:spPr>
          <a:xfrm>
            <a:off x="5552925" y="1838725"/>
            <a:ext cx="3046350" cy="30463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4" name="Shape 1484"/>
        <p:cNvGrpSpPr/>
        <p:nvPr/>
      </p:nvGrpSpPr>
      <p:grpSpPr>
        <a:xfrm>
          <a:off x="0" y="0"/>
          <a:ext cx="0" cy="0"/>
          <a:chOff x="0" y="0"/>
          <a:chExt cx="0" cy="0"/>
        </a:xfrm>
      </p:grpSpPr>
      <p:sp>
        <p:nvSpPr>
          <p:cNvPr id="1485" name="Google Shape;1485;p40"/>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6" name="Google Shape;1486;p40"/>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487" name="Google Shape;1487;p40"/>
          <p:cNvGrpSpPr/>
          <p:nvPr/>
        </p:nvGrpSpPr>
        <p:grpSpPr>
          <a:xfrm>
            <a:off x="7890091" y="9500"/>
            <a:ext cx="745600" cy="385788"/>
            <a:chOff x="7518850" y="258820"/>
            <a:chExt cx="745600" cy="385788"/>
          </a:xfrm>
        </p:grpSpPr>
        <p:sp>
          <p:nvSpPr>
            <p:cNvPr id="1488" name="Google Shape;1488;p40"/>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40"/>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0" name="Google Shape;1490;p40"/>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1" name="Google Shape;1491;p40"/>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492" name="Google Shape;1492;p40"/>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3" name="Google Shape;1493;p40"/>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494" name="Google Shape;1494;p40"/>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Conclusion</a:t>
            </a:r>
            <a:endParaRPr b="1" sz="3600">
              <a:solidFill>
                <a:srgbClr val="262626"/>
              </a:solidFill>
              <a:latin typeface="Tahoma"/>
              <a:ea typeface="Tahoma"/>
              <a:cs typeface="Tahoma"/>
              <a:sym typeface="Tahoma"/>
            </a:endParaRPr>
          </a:p>
        </p:txBody>
      </p:sp>
      <p:sp>
        <p:nvSpPr>
          <p:cNvPr id="1495" name="Google Shape;1495;p40"/>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6" name="Google Shape;1496;p40"/>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497" name="Google Shape;1497;p40"/>
          <p:cNvGrpSpPr/>
          <p:nvPr/>
        </p:nvGrpSpPr>
        <p:grpSpPr>
          <a:xfrm>
            <a:off x="8001078" y="1069247"/>
            <a:ext cx="569648" cy="349096"/>
            <a:chOff x="8367425" y="992000"/>
            <a:chExt cx="605944" cy="371339"/>
          </a:xfrm>
        </p:grpSpPr>
        <p:sp>
          <p:nvSpPr>
            <p:cNvPr id="1498" name="Google Shape;1498;p40"/>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499" name="Google Shape;1499;p40"/>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500" name="Google Shape;1500;p40"/>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501" name="Google Shape;1501;p40"/>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502" name="Google Shape;1502;p40"/>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503" name="Google Shape;1503;p40"/>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504" name="Google Shape;1504;p40"/>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1505" name="Google Shape;1505;p40"/>
          <p:cNvGrpSpPr/>
          <p:nvPr/>
        </p:nvGrpSpPr>
        <p:grpSpPr>
          <a:xfrm>
            <a:off x="508338" y="1169600"/>
            <a:ext cx="325800" cy="226500"/>
            <a:chOff x="1280775" y="1182975"/>
            <a:chExt cx="325800" cy="226500"/>
          </a:xfrm>
        </p:grpSpPr>
        <p:sp>
          <p:nvSpPr>
            <p:cNvPr id="1506" name="Google Shape;1506;p40"/>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7" name="Google Shape;1507;p40"/>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1508" name="Google Shape;1508;p40"/>
          <p:cNvSpPr/>
          <p:nvPr/>
        </p:nvSpPr>
        <p:spPr>
          <a:xfrm>
            <a:off x="508338" y="1418350"/>
            <a:ext cx="8091000" cy="34926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a:p>
            <a:pPr indent="0" lvl="0" marL="0" rtl="0" algn="l">
              <a:spcBef>
                <a:spcPts val="0"/>
              </a:spcBef>
              <a:spcAft>
                <a:spcPts val="0"/>
              </a:spcAft>
              <a:buNone/>
            </a:pPr>
            <a:r>
              <a:rPr lang="en" sz="1800">
                <a:solidFill>
                  <a:srgbClr val="F3F3F3"/>
                </a:solidFill>
                <a:latin typeface="Consolas"/>
                <a:ea typeface="Consolas"/>
                <a:cs typeface="Consolas"/>
                <a:sym typeface="Consolas"/>
              </a:rPr>
              <a:t>YOU WANT TO INSTALL LINUX</a:t>
            </a:r>
            <a:endParaRPr sz="1800">
              <a:solidFill>
                <a:srgbClr val="F3F3F3"/>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512" name="Shape 1512"/>
        <p:cNvGrpSpPr/>
        <p:nvPr/>
      </p:nvGrpSpPr>
      <p:grpSpPr>
        <a:xfrm>
          <a:off x="0" y="0"/>
          <a:ext cx="0" cy="0"/>
          <a:chOff x="0" y="0"/>
          <a:chExt cx="0" cy="0"/>
        </a:xfrm>
      </p:grpSpPr>
      <p:sp>
        <p:nvSpPr>
          <p:cNvPr id="1513" name="Google Shape;1513;p41"/>
          <p:cNvSpPr/>
          <p:nvPr/>
        </p:nvSpPr>
        <p:spPr>
          <a:xfrm>
            <a:off x="4735675" y="1195025"/>
            <a:ext cx="3827400" cy="37029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4" name="Google Shape;1514;p41"/>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5" name="Google Shape;1515;p41"/>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516" name="Google Shape;1516;p41"/>
          <p:cNvGrpSpPr/>
          <p:nvPr/>
        </p:nvGrpSpPr>
        <p:grpSpPr>
          <a:xfrm>
            <a:off x="7890091" y="9500"/>
            <a:ext cx="745600" cy="385788"/>
            <a:chOff x="7518850" y="258820"/>
            <a:chExt cx="745600" cy="385788"/>
          </a:xfrm>
        </p:grpSpPr>
        <p:sp>
          <p:nvSpPr>
            <p:cNvPr id="1517" name="Google Shape;1517;p41"/>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41"/>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9" name="Google Shape;1519;p41"/>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0" name="Google Shape;1520;p41"/>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521" name="Google Shape;1521;p41"/>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2" name="Google Shape;1522;p41"/>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523" name="Google Shape;1523;p41"/>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General Slide #2</a:t>
            </a:r>
            <a:endParaRPr b="1" sz="3600">
              <a:solidFill>
                <a:srgbClr val="262626"/>
              </a:solidFill>
              <a:latin typeface="Tahoma"/>
              <a:ea typeface="Tahoma"/>
              <a:cs typeface="Tahoma"/>
              <a:sym typeface="Tahoma"/>
            </a:endParaRPr>
          </a:p>
        </p:txBody>
      </p:sp>
      <p:sp>
        <p:nvSpPr>
          <p:cNvPr id="1524" name="Google Shape;1524;p41"/>
          <p:cNvSpPr/>
          <p:nvPr/>
        </p:nvSpPr>
        <p:spPr>
          <a:xfrm>
            <a:off x="508400" y="1182050"/>
            <a:ext cx="40638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5" name="Google Shape;1525;p41"/>
          <p:cNvSpPr/>
          <p:nvPr/>
        </p:nvSpPr>
        <p:spPr>
          <a:xfrm>
            <a:off x="508300" y="1182050"/>
            <a:ext cx="40638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526" name="Google Shape;1526;p41"/>
          <p:cNvGrpSpPr/>
          <p:nvPr/>
        </p:nvGrpSpPr>
        <p:grpSpPr>
          <a:xfrm>
            <a:off x="508400" y="1165100"/>
            <a:ext cx="2768206" cy="235500"/>
            <a:chOff x="894600" y="1165100"/>
            <a:chExt cx="2768206" cy="235500"/>
          </a:xfrm>
        </p:grpSpPr>
        <p:sp>
          <p:nvSpPr>
            <p:cNvPr id="1527" name="Google Shape;1527;p41"/>
            <p:cNvSpPr/>
            <p:nvPr/>
          </p:nvSpPr>
          <p:spPr>
            <a:xfrm>
              <a:off x="960675" y="1213700"/>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528" name="Google Shape;1528;p41"/>
            <p:cNvGrpSpPr/>
            <p:nvPr/>
          </p:nvGrpSpPr>
          <p:grpSpPr>
            <a:xfrm>
              <a:off x="894600" y="1165100"/>
              <a:ext cx="2768206" cy="235500"/>
              <a:chOff x="894600" y="1165100"/>
              <a:chExt cx="2768206" cy="235500"/>
            </a:xfrm>
          </p:grpSpPr>
          <p:sp>
            <p:nvSpPr>
              <p:cNvPr id="1529" name="Google Shape;1529;p41"/>
              <p:cNvSpPr txBox="1"/>
              <p:nvPr/>
            </p:nvSpPr>
            <p:spPr>
              <a:xfrm>
                <a:off x="1024006"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sp>
            <p:nvSpPr>
              <p:cNvPr id="1530" name="Google Shape;1530;p41"/>
              <p:cNvSpPr txBox="1"/>
              <p:nvPr/>
            </p:nvSpPr>
            <p:spPr>
              <a:xfrm>
                <a:off x="894600" y="1169600"/>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grpSp>
      <p:sp>
        <p:nvSpPr>
          <p:cNvPr id="1531" name="Google Shape;1531;p41"/>
          <p:cNvSpPr/>
          <p:nvPr/>
        </p:nvSpPr>
        <p:spPr>
          <a:xfrm>
            <a:off x="508250" y="1418350"/>
            <a:ext cx="4063800" cy="3492600"/>
          </a:xfrm>
          <a:prstGeom prst="roundRect">
            <a:avLst>
              <a:gd fmla="val 0" name="adj"/>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rgbClr val="F3F3F3"/>
                </a:solidFill>
                <a:latin typeface="Consolas"/>
                <a:ea typeface="Consolas"/>
                <a:cs typeface="Consolas"/>
                <a:sym typeface="Consolas"/>
              </a:rPr>
              <a:t>Slide Information….</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Lorem ipsum</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a:t>
            </a:r>
            <a:endParaRPr sz="1200">
              <a:solidFill>
                <a:srgbClr val="F3F3F3"/>
              </a:solidFill>
              <a:latin typeface="Consolas"/>
              <a:ea typeface="Consolas"/>
              <a:cs typeface="Consolas"/>
              <a:sym typeface="Consolas"/>
            </a:endParaRPr>
          </a:p>
        </p:txBody>
      </p:sp>
      <p:grpSp>
        <p:nvGrpSpPr>
          <p:cNvPr id="1532" name="Google Shape;1532;p41"/>
          <p:cNvGrpSpPr/>
          <p:nvPr/>
        </p:nvGrpSpPr>
        <p:grpSpPr>
          <a:xfrm>
            <a:off x="3977133" y="1069247"/>
            <a:ext cx="569648" cy="349096"/>
            <a:chOff x="8367425" y="992000"/>
            <a:chExt cx="605944" cy="371339"/>
          </a:xfrm>
        </p:grpSpPr>
        <p:sp>
          <p:nvSpPr>
            <p:cNvPr id="1533" name="Google Shape;1533;p41"/>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534" name="Google Shape;1534;p41"/>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535" name="Google Shape;1535;p41"/>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536" name="Google Shape;1536;p41"/>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537" name="Google Shape;1537;p41"/>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538" name="Google Shape;1538;p41"/>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539" name="Google Shape;1539;p41"/>
          <p:cNvSpPr/>
          <p:nvPr/>
        </p:nvSpPr>
        <p:spPr>
          <a:xfrm>
            <a:off x="4735750" y="1182050"/>
            <a:ext cx="503100" cy="37029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0" name="Google Shape;1540;p41"/>
          <p:cNvSpPr/>
          <p:nvPr/>
        </p:nvSpPr>
        <p:spPr>
          <a:xfrm>
            <a:off x="4735750" y="4319800"/>
            <a:ext cx="3827400" cy="565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1" name="Google Shape;1541;p41"/>
          <p:cNvSpPr/>
          <p:nvPr/>
        </p:nvSpPr>
        <p:spPr>
          <a:xfrm>
            <a:off x="4735750" y="1195025"/>
            <a:ext cx="3827400" cy="3492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2" name="Google Shape;1542;p41"/>
          <p:cNvSpPr/>
          <p:nvPr/>
        </p:nvSpPr>
        <p:spPr>
          <a:xfrm>
            <a:off x="4735746" y="1195025"/>
            <a:ext cx="38274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3" name="Google Shape;1543;p41"/>
          <p:cNvSpPr txBox="1"/>
          <p:nvPr/>
        </p:nvSpPr>
        <p:spPr>
          <a:xfrm>
            <a:off x="4735675" y="1400600"/>
            <a:ext cx="1596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File   Edit   View   Image   Colors   Help</a:t>
            </a:r>
            <a:endParaRPr sz="700">
              <a:solidFill>
                <a:schemeClr val="accent2"/>
              </a:solidFill>
              <a:latin typeface="Tahoma"/>
              <a:ea typeface="Tahoma"/>
              <a:cs typeface="Tahoma"/>
              <a:sym typeface="Tahoma"/>
            </a:endParaRPr>
          </a:p>
        </p:txBody>
      </p:sp>
      <p:pic>
        <p:nvPicPr>
          <p:cNvPr id="1544" name="Google Shape;1544;p41"/>
          <p:cNvPicPr preferRelativeResize="0"/>
          <p:nvPr/>
        </p:nvPicPr>
        <p:blipFill>
          <a:blip r:embed="rId4">
            <a:alphaModFix/>
          </a:blip>
          <a:stretch>
            <a:fillRect/>
          </a:stretch>
        </p:blipFill>
        <p:spPr>
          <a:xfrm>
            <a:off x="4761975" y="1548273"/>
            <a:ext cx="450650" cy="2295025"/>
          </a:xfrm>
          <a:prstGeom prst="rect">
            <a:avLst/>
          </a:prstGeom>
          <a:noFill/>
          <a:ln>
            <a:noFill/>
          </a:ln>
        </p:spPr>
      </p:pic>
      <p:sp>
        <p:nvSpPr>
          <p:cNvPr id="1545" name="Google Shape;1545;p41"/>
          <p:cNvSpPr/>
          <p:nvPr/>
        </p:nvSpPr>
        <p:spPr>
          <a:xfrm>
            <a:off x="4855175" y="4381069"/>
            <a:ext cx="269400" cy="28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6" name="Google Shape;1546;p41"/>
          <p:cNvSpPr/>
          <p:nvPr/>
        </p:nvSpPr>
        <p:spPr>
          <a:xfrm>
            <a:off x="5153875" y="4537969"/>
            <a:ext cx="120600" cy="127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7" name="Google Shape;1547;p41"/>
          <p:cNvSpPr/>
          <p:nvPr/>
        </p:nvSpPr>
        <p:spPr>
          <a:xfrm>
            <a:off x="5153875" y="4381069"/>
            <a:ext cx="120600" cy="12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8" name="Google Shape;1548;p41"/>
          <p:cNvSpPr/>
          <p:nvPr/>
        </p:nvSpPr>
        <p:spPr>
          <a:xfrm>
            <a:off x="5303775" y="4537969"/>
            <a:ext cx="120600" cy="1272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9" name="Google Shape;1549;p41"/>
          <p:cNvSpPr/>
          <p:nvPr/>
        </p:nvSpPr>
        <p:spPr>
          <a:xfrm>
            <a:off x="5303775" y="4381069"/>
            <a:ext cx="120600" cy="1272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0" name="Google Shape;1550;p41"/>
          <p:cNvSpPr/>
          <p:nvPr/>
        </p:nvSpPr>
        <p:spPr>
          <a:xfrm>
            <a:off x="5445675" y="4537969"/>
            <a:ext cx="120600" cy="127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1" name="Google Shape;1551;p41"/>
          <p:cNvSpPr/>
          <p:nvPr/>
        </p:nvSpPr>
        <p:spPr>
          <a:xfrm>
            <a:off x="5445675" y="4381069"/>
            <a:ext cx="120600" cy="1272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2" name="Google Shape;1552;p41"/>
          <p:cNvSpPr/>
          <p:nvPr/>
        </p:nvSpPr>
        <p:spPr>
          <a:xfrm>
            <a:off x="5595575" y="4537969"/>
            <a:ext cx="120600" cy="127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3" name="Google Shape;1553;p41"/>
          <p:cNvSpPr/>
          <p:nvPr/>
        </p:nvSpPr>
        <p:spPr>
          <a:xfrm>
            <a:off x="5595575" y="4381069"/>
            <a:ext cx="120600" cy="127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4" name="Google Shape;1554;p41"/>
          <p:cNvSpPr/>
          <p:nvPr/>
        </p:nvSpPr>
        <p:spPr>
          <a:xfrm>
            <a:off x="5745475" y="4537969"/>
            <a:ext cx="120600" cy="127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5" name="Google Shape;1555;p41"/>
          <p:cNvSpPr/>
          <p:nvPr/>
        </p:nvSpPr>
        <p:spPr>
          <a:xfrm>
            <a:off x="5745475" y="4381069"/>
            <a:ext cx="120600" cy="127200"/>
          </a:xfrm>
          <a:prstGeom prst="rect">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6" name="Google Shape;1556;p41"/>
          <p:cNvSpPr/>
          <p:nvPr/>
        </p:nvSpPr>
        <p:spPr>
          <a:xfrm>
            <a:off x="5895375" y="4537969"/>
            <a:ext cx="120600" cy="1272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7" name="Google Shape;1557;p41"/>
          <p:cNvSpPr/>
          <p:nvPr/>
        </p:nvSpPr>
        <p:spPr>
          <a:xfrm>
            <a:off x="5895375" y="4381069"/>
            <a:ext cx="120600" cy="1272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8" name="Google Shape;1558;p41"/>
          <p:cNvSpPr/>
          <p:nvPr/>
        </p:nvSpPr>
        <p:spPr>
          <a:xfrm>
            <a:off x="6037275" y="4537969"/>
            <a:ext cx="120600" cy="1272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9" name="Google Shape;1559;p41"/>
          <p:cNvSpPr/>
          <p:nvPr/>
        </p:nvSpPr>
        <p:spPr>
          <a:xfrm>
            <a:off x="60372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0" name="Google Shape;1560;p41"/>
          <p:cNvSpPr/>
          <p:nvPr/>
        </p:nvSpPr>
        <p:spPr>
          <a:xfrm>
            <a:off x="6187175" y="4537969"/>
            <a:ext cx="120600" cy="127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1" name="Google Shape;1561;p41"/>
          <p:cNvSpPr/>
          <p:nvPr/>
        </p:nvSpPr>
        <p:spPr>
          <a:xfrm>
            <a:off x="6187175" y="4381069"/>
            <a:ext cx="120600" cy="1272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2" name="Google Shape;1562;p41"/>
          <p:cNvSpPr/>
          <p:nvPr/>
        </p:nvSpPr>
        <p:spPr>
          <a:xfrm>
            <a:off x="6337075" y="4537969"/>
            <a:ext cx="120600" cy="127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3" name="Google Shape;1563;p41"/>
          <p:cNvSpPr/>
          <p:nvPr/>
        </p:nvSpPr>
        <p:spPr>
          <a:xfrm>
            <a:off x="6337075" y="4381069"/>
            <a:ext cx="120600" cy="127200"/>
          </a:xfrm>
          <a:prstGeom prst="rect">
            <a:avLst/>
          </a:prstGeom>
          <a:solidFill>
            <a:srgbClr val="BF9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4" name="Google Shape;1564;p41"/>
          <p:cNvSpPr/>
          <p:nvPr/>
        </p:nvSpPr>
        <p:spPr>
          <a:xfrm>
            <a:off x="6486975" y="4537969"/>
            <a:ext cx="120600" cy="12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5" name="Google Shape;1565;p41"/>
          <p:cNvSpPr/>
          <p:nvPr/>
        </p:nvSpPr>
        <p:spPr>
          <a:xfrm>
            <a:off x="6486975" y="4381069"/>
            <a:ext cx="120600" cy="127200"/>
          </a:xfrm>
          <a:prstGeom prst="rect">
            <a:avLst/>
          </a:prstGeom>
          <a:solidFill>
            <a:srgbClr val="134F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6" name="Google Shape;1566;p41"/>
          <p:cNvSpPr/>
          <p:nvPr/>
        </p:nvSpPr>
        <p:spPr>
          <a:xfrm>
            <a:off x="6636875" y="4537969"/>
            <a:ext cx="120600" cy="1272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7" name="Google Shape;1567;p41"/>
          <p:cNvSpPr/>
          <p:nvPr/>
        </p:nvSpPr>
        <p:spPr>
          <a:xfrm>
            <a:off x="6636875" y="4381069"/>
            <a:ext cx="120600" cy="127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8" name="Google Shape;1568;p41"/>
          <p:cNvSpPr/>
          <p:nvPr/>
        </p:nvSpPr>
        <p:spPr>
          <a:xfrm>
            <a:off x="6786775" y="4537969"/>
            <a:ext cx="120600" cy="1272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9" name="Google Shape;1569;p41"/>
          <p:cNvSpPr/>
          <p:nvPr/>
        </p:nvSpPr>
        <p:spPr>
          <a:xfrm>
            <a:off x="6786775" y="4381069"/>
            <a:ext cx="120600" cy="1272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0" name="Google Shape;1570;p41"/>
          <p:cNvSpPr/>
          <p:nvPr/>
        </p:nvSpPr>
        <p:spPr>
          <a:xfrm>
            <a:off x="6928675" y="4537969"/>
            <a:ext cx="120600" cy="127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1" name="Google Shape;1571;p41"/>
          <p:cNvSpPr/>
          <p:nvPr/>
        </p:nvSpPr>
        <p:spPr>
          <a:xfrm>
            <a:off x="6928675" y="4381069"/>
            <a:ext cx="120600" cy="1272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2" name="Google Shape;1572;p41"/>
          <p:cNvSpPr/>
          <p:nvPr/>
        </p:nvSpPr>
        <p:spPr>
          <a:xfrm>
            <a:off x="7078575" y="4537969"/>
            <a:ext cx="120600" cy="1272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3" name="Google Shape;1573;p41"/>
          <p:cNvSpPr/>
          <p:nvPr/>
        </p:nvSpPr>
        <p:spPr>
          <a:xfrm>
            <a:off x="7078575" y="4381069"/>
            <a:ext cx="120600" cy="1272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4" name="Google Shape;1574;p41"/>
          <p:cNvSpPr/>
          <p:nvPr/>
        </p:nvSpPr>
        <p:spPr>
          <a:xfrm>
            <a:off x="4968686" y="4499882"/>
            <a:ext cx="102300" cy="108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5" name="Google Shape;1575;p41"/>
          <p:cNvSpPr/>
          <p:nvPr/>
        </p:nvSpPr>
        <p:spPr>
          <a:xfrm>
            <a:off x="4908761" y="4438357"/>
            <a:ext cx="102300" cy="108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6" name="Google Shape;1576;p41"/>
          <p:cNvSpPr/>
          <p:nvPr/>
        </p:nvSpPr>
        <p:spPr>
          <a:xfrm>
            <a:off x="4735675" y="4720025"/>
            <a:ext cx="3827400" cy="171300"/>
          </a:xfrm>
          <a:prstGeom prst="rect">
            <a:avLst/>
          </a:prstGeom>
          <a:solidFill>
            <a:srgbClr val="EBE6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7" name="Google Shape;1577;p41"/>
          <p:cNvSpPr/>
          <p:nvPr/>
        </p:nvSpPr>
        <p:spPr>
          <a:xfrm>
            <a:off x="4735750" y="1195025"/>
            <a:ext cx="3827400" cy="37029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8" name="Google Shape;1578;p41"/>
          <p:cNvSpPr txBox="1"/>
          <p:nvPr/>
        </p:nvSpPr>
        <p:spPr>
          <a:xfrm>
            <a:off x="4733075" y="4733825"/>
            <a:ext cx="1845600" cy="14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00">
                <a:solidFill>
                  <a:schemeClr val="accent2"/>
                </a:solidFill>
                <a:latin typeface="Tahoma"/>
                <a:ea typeface="Tahoma"/>
                <a:cs typeface="Tahoma"/>
                <a:sym typeface="Tahoma"/>
              </a:rPr>
              <a:t>For Help, click Help Topics on the Help Menu.</a:t>
            </a:r>
            <a:endParaRPr sz="700">
              <a:solidFill>
                <a:schemeClr val="accent2"/>
              </a:solidFill>
              <a:latin typeface="Tahoma"/>
              <a:ea typeface="Tahoma"/>
              <a:cs typeface="Tahoma"/>
              <a:sym typeface="Tahoma"/>
            </a:endParaRPr>
          </a:p>
        </p:txBody>
      </p:sp>
      <p:sp>
        <p:nvSpPr>
          <p:cNvPr id="1579" name="Google Shape;1579;p41"/>
          <p:cNvSpPr/>
          <p:nvPr/>
        </p:nvSpPr>
        <p:spPr>
          <a:xfrm>
            <a:off x="5238850" y="1548275"/>
            <a:ext cx="3308100" cy="2771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0" name="Google Shape;1580;p41"/>
          <p:cNvSpPr txBox="1"/>
          <p:nvPr/>
        </p:nvSpPr>
        <p:spPr>
          <a:xfrm>
            <a:off x="4722375" y="1178075"/>
            <a:ext cx="15672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Tahoma"/>
                <a:ea typeface="Tahoma"/>
                <a:cs typeface="Tahoma"/>
                <a:sym typeface="Tahoma"/>
              </a:rPr>
              <a:t>untitled - Image</a:t>
            </a:r>
            <a:endParaRPr sz="1200">
              <a:solidFill>
                <a:srgbClr val="F3F3F3"/>
              </a:solidFill>
              <a:latin typeface="Tahoma"/>
              <a:ea typeface="Tahoma"/>
              <a:cs typeface="Tahoma"/>
              <a:sym typeface="Tahoma"/>
            </a:endParaRPr>
          </a:p>
        </p:txBody>
      </p:sp>
      <p:sp>
        <p:nvSpPr>
          <p:cNvPr id="1581" name="Google Shape;1581;p41"/>
          <p:cNvSpPr txBox="1"/>
          <p:nvPr/>
        </p:nvSpPr>
        <p:spPr>
          <a:xfrm>
            <a:off x="5801500" y="2316638"/>
            <a:ext cx="2182800" cy="129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F3F3F3"/>
                </a:solidFill>
                <a:latin typeface="Tahoma"/>
                <a:ea typeface="Tahoma"/>
                <a:cs typeface="Tahoma"/>
                <a:sym typeface="Tahoma"/>
              </a:rPr>
              <a:t>Image Goes Here</a:t>
            </a:r>
            <a:endParaRPr sz="3200">
              <a:solidFill>
                <a:srgbClr val="F3F3F3"/>
              </a:solidFill>
              <a:latin typeface="Tahoma"/>
              <a:ea typeface="Tahoma"/>
              <a:cs typeface="Tahoma"/>
              <a:sym typeface="Tahoma"/>
            </a:endParaRPr>
          </a:p>
        </p:txBody>
      </p:sp>
      <p:grpSp>
        <p:nvGrpSpPr>
          <p:cNvPr id="1582" name="Google Shape;1582;p41"/>
          <p:cNvGrpSpPr/>
          <p:nvPr/>
        </p:nvGrpSpPr>
        <p:grpSpPr>
          <a:xfrm>
            <a:off x="7853691" y="1055825"/>
            <a:ext cx="745600" cy="385788"/>
            <a:chOff x="7518850" y="258820"/>
            <a:chExt cx="745600" cy="385788"/>
          </a:xfrm>
        </p:grpSpPr>
        <p:sp>
          <p:nvSpPr>
            <p:cNvPr id="1583" name="Google Shape;1583;p41"/>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41"/>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5" name="Google Shape;1585;p41"/>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6" name="Google Shape;1586;p41"/>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587" name="Google Shape;1587;p41"/>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8" name="Google Shape;1588;p41"/>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592" name="Shape 1592"/>
        <p:cNvGrpSpPr/>
        <p:nvPr/>
      </p:nvGrpSpPr>
      <p:grpSpPr>
        <a:xfrm>
          <a:off x="0" y="0"/>
          <a:ext cx="0" cy="0"/>
          <a:chOff x="0" y="0"/>
          <a:chExt cx="0" cy="0"/>
        </a:xfrm>
      </p:grpSpPr>
      <p:sp>
        <p:nvSpPr>
          <p:cNvPr id="1593" name="Google Shape;1593;p42"/>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4" name="Google Shape;1594;p42"/>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595" name="Google Shape;1595;p42"/>
          <p:cNvGrpSpPr/>
          <p:nvPr/>
        </p:nvGrpSpPr>
        <p:grpSpPr>
          <a:xfrm>
            <a:off x="8001078" y="1069247"/>
            <a:ext cx="569648" cy="349096"/>
            <a:chOff x="8367425" y="992000"/>
            <a:chExt cx="605944" cy="371339"/>
          </a:xfrm>
        </p:grpSpPr>
        <p:sp>
          <p:nvSpPr>
            <p:cNvPr id="1596" name="Google Shape;1596;p42"/>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597" name="Google Shape;1597;p42"/>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598" name="Google Shape;1598;p42"/>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599" name="Google Shape;1599;p42"/>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600" name="Google Shape;1600;p42"/>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601" name="Google Shape;1601;p42"/>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602" name="Google Shape;1602;p42"/>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1603" name="Google Shape;1603;p42"/>
          <p:cNvGrpSpPr/>
          <p:nvPr/>
        </p:nvGrpSpPr>
        <p:grpSpPr>
          <a:xfrm>
            <a:off x="508338" y="1169600"/>
            <a:ext cx="325800" cy="226500"/>
            <a:chOff x="1280775" y="1182975"/>
            <a:chExt cx="325800" cy="226500"/>
          </a:xfrm>
        </p:grpSpPr>
        <p:sp>
          <p:nvSpPr>
            <p:cNvPr id="1604" name="Google Shape;1604;p42"/>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5" name="Google Shape;1605;p42"/>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1606" name="Google Shape;1606;p42"/>
          <p:cNvSpPr/>
          <p:nvPr/>
        </p:nvSpPr>
        <p:spPr>
          <a:xfrm>
            <a:off x="508338" y="1418350"/>
            <a:ext cx="8091000" cy="3492600"/>
          </a:xfrm>
          <a:prstGeom prst="roundRect">
            <a:avLst>
              <a:gd fmla="val 0" name="adj"/>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rgbClr val="F3F3F3"/>
                </a:solidFill>
                <a:latin typeface="Consolas"/>
                <a:ea typeface="Consolas"/>
                <a:cs typeface="Consolas"/>
                <a:sym typeface="Consolas"/>
              </a:rPr>
              <a:t>Slide Information….</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Lorem ipsum</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a:t>
            </a:r>
            <a:endParaRPr sz="1200">
              <a:solidFill>
                <a:srgbClr val="F3F3F3"/>
              </a:solidFill>
              <a:latin typeface="Consolas"/>
              <a:ea typeface="Consolas"/>
              <a:cs typeface="Consolas"/>
              <a:sym typeface="Consolas"/>
            </a:endParaRPr>
          </a:p>
        </p:txBody>
      </p:sp>
      <p:sp>
        <p:nvSpPr>
          <p:cNvPr id="1607" name="Google Shape;1607;p42"/>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8" name="Google Shape;1608;p42"/>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609" name="Google Shape;1609;p42"/>
          <p:cNvGrpSpPr/>
          <p:nvPr/>
        </p:nvGrpSpPr>
        <p:grpSpPr>
          <a:xfrm>
            <a:off x="7890091" y="9500"/>
            <a:ext cx="745600" cy="385788"/>
            <a:chOff x="7518850" y="258820"/>
            <a:chExt cx="745600" cy="385788"/>
          </a:xfrm>
        </p:grpSpPr>
        <p:sp>
          <p:nvSpPr>
            <p:cNvPr id="1610" name="Google Shape;1610;p42"/>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42"/>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2" name="Google Shape;1612;p42"/>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3" name="Google Shape;1613;p42"/>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614" name="Google Shape;1614;p42"/>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5" name="Google Shape;1615;p42"/>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616" name="Google Shape;1616;p42"/>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General Slide #1</a:t>
            </a:r>
            <a:endParaRPr b="1" sz="3600">
              <a:solidFill>
                <a:srgbClr val="262626"/>
              </a:solidFill>
              <a:latin typeface="Tahoma"/>
              <a:ea typeface="Tahoma"/>
              <a:cs typeface="Tahoma"/>
              <a:sym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620" name="Shape 1620"/>
        <p:cNvGrpSpPr/>
        <p:nvPr/>
      </p:nvGrpSpPr>
      <p:grpSpPr>
        <a:xfrm>
          <a:off x="0" y="0"/>
          <a:ext cx="0" cy="0"/>
          <a:chOff x="0" y="0"/>
          <a:chExt cx="0" cy="0"/>
        </a:xfrm>
      </p:grpSpPr>
      <p:sp>
        <p:nvSpPr>
          <p:cNvPr id="1621" name="Google Shape;1621;p43"/>
          <p:cNvSpPr/>
          <p:nvPr/>
        </p:nvSpPr>
        <p:spPr>
          <a:xfrm>
            <a:off x="508300" y="153812"/>
            <a:ext cx="8091000" cy="838200"/>
          </a:xfrm>
          <a:prstGeom prst="rect">
            <a:avLst/>
          </a:prstGeom>
          <a:gradFill>
            <a:gsLst>
              <a:gs pos="0">
                <a:srgbClr val="FFFFFF"/>
              </a:gs>
              <a:gs pos="100000">
                <a:srgbClr val="B3B3B3"/>
              </a:gs>
            </a:gsLst>
            <a:lin ang="5400012" scaled="0"/>
          </a:gra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2" name="Google Shape;1622;p43"/>
          <p:cNvSpPr/>
          <p:nvPr/>
        </p:nvSpPr>
        <p:spPr>
          <a:xfrm>
            <a:off x="508300" y="153800"/>
            <a:ext cx="8091000" cy="2016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623" name="Google Shape;1623;p43"/>
          <p:cNvGrpSpPr/>
          <p:nvPr/>
        </p:nvGrpSpPr>
        <p:grpSpPr>
          <a:xfrm>
            <a:off x="7890091" y="9500"/>
            <a:ext cx="745600" cy="385788"/>
            <a:chOff x="7518850" y="258820"/>
            <a:chExt cx="745600" cy="385788"/>
          </a:xfrm>
        </p:grpSpPr>
        <p:sp>
          <p:nvSpPr>
            <p:cNvPr id="1624" name="Google Shape;1624;p43"/>
            <p:cNvSpPr/>
            <p:nvPr/>
          </p:nvSpPr>
          <p:spPr>
            <a:xfrm>
              <a:off x="8013950" y="412125"/>
              <a:ext cx="165000" cy="165000"/>
            </a:xfrm>
            <a:prstGeom prst="roundRect">
              <a:avLst>
                <a:gd fmla="val 16667" name="adj"/>
              </a:avLst>
            </a:prstGeom>
            <a:gradFill>
              <a:gsLst>
                <a:gs pos="0">
                  <a:srgbClr val="E75043"/>
                </a:gs>
                <a:gs pos="100000">
                  <a:srgbClr val="B33025"/>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43"/>
            <p:cNvSpPr/>
            <p:nvPr/>
          </p:nvSpPr>
          <p:spPr>
            <a:xfrm>
              <a:off x="78091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6" name="Google Shape;1626;p43"/>
            <p:cNvSpPr/>
            <p:nvPr/>
          </p:nvSpPr>
          <p:spPr>
            <a:xfrm>
              <a:off x="7604350" y="412125"/>
              <a:ext cx="165000" cy="1650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7" name="Google Shape;1627;p43"/>
            <p:cNvSpPr txBox="1"/>
            <p:nvPr/>
          </p:nvSpPr>
          <p:spPr>
            <a:xfrm>
              <a:off x="7928450" y="308008"/>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3F3F3"/>
                  </a:solidFill>
                </a:rPr>
                <a:t>x</a:t>
              </a:r>
              <a:endParaRPr b="1" sz="1800">
                <a:solidFill>
                  <a:srgbClr val="F3F3F3"/>
                </a:solidFill>
              </a:endParaRPr>
            </a:p>
          </p:txBody>
        </p:sp>
        <p:sp>
          <p:nvSpPr>
            <p:cNvPr id="1628" name="Google Shape;1628;p43"/>
            <p:cNvSpPr/>
            <p:nvPr/>
          </p:nvSpPr>
          <p:spPr>
            <a:xfrm>
              <a:off x="7837338" y="440325"/>
              <a:ext cx="108600" cy="108600"/>
            </a:xfrm>
            <a:prstGeom prst="frame">
              <a:avLst>
                <a:gd fmla="val 12500" name="adj1"/>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9" name="Google Shape;1629;p43"/>
            <p:cNvSpPr txBox="1"/>
            <p:nvPr/>
          </p:nvSpPr>
          <p:spPr>
            <a:xfrm>
              <a:off x="7518850" y="258820"/>
              <a:ext cx="3360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3F3F3"/>
                  </a:solidFill>
                </a:rPr>
                <a:t>_</a:t>
              </a:r>
              <a:endParaRPr sz="1800">
                <a:solidFill>
                  <a:srgbClr val="F3F3F3"/>
                </a:solidFill>
              </a:endParaRPr>
            </a:p>
          </p:txBody>
        </p:sp>
      </p:grpSp>
      <p:sp>
        <p:nvSpPr>
          <p:cNvPr id="1630" name="Google Shape;1630;p43"/>
          <p:cNvSpPr/>
          <p:nvPr/>
        </p:nvSpPr>
        <p:spPr>
          <a:xfrm>
            <a:off x="1453713" y="355400"/>
            <a:ext cx="6972600" cy="636600"/>
          </a:xfrm>
          <a:prstGeom prst="roundRect">
            <a:avLst>
              <a:gd fmla="val 1131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262626"/>
                </a:solidFill>
                <a:latin typeface="Tahoma"/>
                <a:ea typeface="Tahoma"/>
                <a:cs typeface="Tahoma"/>
                <a:sym typeface="Tahoma"/>
              </a:rPr>
              <a:t>Conclusion</a:t>
            </a:r>
            <a:endParaRPr b="1" sz="3600">
              <a:solidFill>
                <a:srgbClr val="262626"/>
              </a:solidFill>
              <a:latin typeface="Tahoma"/>
              <a:ea typeface="Tahoma"/>
              <a:cs typeface="Tahoma"/>
              <a:sym typeface="Tahoma"/>
            </a:endParaRPr>
          </a:p>
        </p:txBody>
      </p:sp>
      <p:sp>
        <p:nvSpPr>
          <p:cNvPr id="1631" name="Google Shape;1631;p43"/>
          <p:cNvSpPr/>
          <p:nvPr/>
        </p:nvSpPr>
        <p:spPr>
          <a:xfrm>
            <a:off x="508263" y="1182050"/>
            <a:ext cx="8091000" cy="3702900"/>
          </a:xfrm>
          <a:prstGeom prst="rect">
            <a:avLst/>
          </a:prstGeom>
          <a:solidFill>
            <a:schemeClr val="accent2"/>
          </a:solidFill>
          <a:ln cap="flat" cmpd="sng" w="3810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2" name="Google Shape;1632;p43"/>
          <p:cNvSpPr/>
          <p:nvPr/>
        </p:nvSpPr>
        <p:spPr>
          <a:xfrm>
            <a:off x="508263" y="1182050"/>
            <a:ext cx="8091000" cy="201600"/>
          </a:xfrm>
          <a:prstGeom prst="rect">
            <a:avLst/>
          </a:prstGeom>
          <a:solidFill>
            <a:srgbClr val="1155CC"/>
          </a:solidFill>
          <a:ln cap="flat" cmpd="sng" w="19050">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633" name="Google Shape;1633;p43"/>
          <p:cNvGrpSpPr/>
          <p:nvPr/>
        </p:nvGrpSpPr>
        <p:grpSpPr>
          <a:xfrm>
            <a:off x="8001078" y="1069247"/>
            <a:ext cx="569648" cy="349096"/>
            <a:chOff x="8367425" y="992000"/>
            <a:chExt cx="605944" cy="371339"/>
          </a:xfrm>
        </p:grpSpPr>
        <p:sp>
          <p:nvSpPr>
            <p:cNvPr id="1634" name="Google Shape;1634;p43"/>
            <p:cNvSpPr/>
            <p:nvPr/>
          </p:nvSpPr>
          <p:spPr>
            <a:xfrm>
              <a:off x="881466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635" name="Google Shape;1635;p43"/>
            <p:cNvSpPr txBox="1"/>
            <p:nvPr/>
          </p:nvSpPr>
          <p:spPr>
            <a:xfrm>
              <a:off x="8746478" y="1039339"/>
              <a:ext cx="2268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b="1" lang="en" sz="1629">
                  <a:solidFill>
                    <a:schemeClr val="accent2"/>
                  </a:solidFill>
                </a:rPr>
                <a:t>x</a:t>
              </a:r>
              <a:endParaRPr b="1" sz="1629">
                <a:solidFill>
                  <a:schemeClr val="accent2"/>
                </a:solidFill>
              </a:endParaRPr>
            </a:p>
          </p:txBody>
        </p:sp>
        <p:sp>
          <p:nvSpPr>
            <p:cNvPr id="1636" name="Google Shape;1636;p43"/>
            <p:cNvSpPr/>
            <p:nvPr/>
          </p:nvSpPr>
          <p:spPr>
            <a:xfrm>
              <a:off x="8449719"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637" name="Google Shape;1637;p43"/>
            <p:cNvSpPr/>
            <p:nvPr/>
          </p:nvSpPr>
          <p:spPr>
            <a:xfrm>
              <a:off x="8632194" y="1139558"/>
              <a:ext cx="158700" cy="158700"/>
            </a:xfrm>
            <a:prstGeom prst="roundRect">
              <a:avLst>
                <a:gd fmla="val 0" name="adj"/>
              </a:avLst>
            </a:prstGeom>
            <a:solidFill>
              <a:srgbClr val="F3F3F3"/>
            </a:solidFill>
            <a:ln cap="flat" cmpd="sng" w="8625">
              <a:solidFill>
                <a:srgbClr val="CCCCCC"/>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sp>
          <p:nvSpPr>
            <p:cNvPr id="1638" name="Google Shape;1638;p43"/>
            <p:cNvSpPr txBox="1"/>
            <p:nvPr/>
          </p:nvSpPr>
          <p:spPr>
            <a:xfrm>
              <a:off x="8367425" y="992000"/>
              <a:ext cx="323400" cy="324000"/>
            </a:xfrm>
            <a:prstGeom prst="rect">
              <a:avLst/>
            </a:prstGeom>
            <a:noFill/>
            <a:ln>
              <a:noFill/>
            </a:ln>
          </p:spPr>
          <p:txBody>
            <a:bodyPr anchorCtr="0" anchor="ctr" bIns="82725" lIns="82725" spcFirstLastPara="1" rIns="82725" wrap="square" tIns="82725">
              <a:noAutofit/>
            </a:bodyPr>
            <a:lstStyle/>
            <a:p>
              <a:pPr indent="0" lvl="0" marL="0" rtl="0" algn="ctr">
                <a:spcBef>
                  <a:spcPts val="0"/>
                </a:spcBef>
                <a:spcAft>
                  <a:spcPts val="0"/>
                </a:spcAft>
                <a:buNone/>
              </a:pPr>
              <a:r>
                <a:rPr lang="en" sz="1629">
                  <a:solidFill>
                    <a:schemeClr val="accent2"/>
                  </a:solidFill>
                </a:rPr>
                <a:t>_</a:t>
              </a:r>
              <a:endParaRPr sz="1629">
                <a:solidFill>
                  <a:schemeClr val="accent2"/>
                </a:solidFill>
              </a:endParaRPr>
            </a:p>
          </p:txBody>
        </p:sp>
        <p:sp>
          <p:nvSpPr>
            <p:cNvPr id="1639" name="Google Shape;1639;p43"/>
            <p:cNvSpPr/>
            <p:nvPr/>
          </p:nvSpPr>
          <p:spPr>
            <a:xfrm>
              <a:off x="8659324" y="1166701"/>
              <a:ext cx="104400" cy="104400"/>
            </a:xfrm>
            <a:prstGeom prst="frame">
              <a:avLst>
                <a:gd fmla="val 12500" name="adj1"/>
              </a:avLst>
            </a:prstGeom>
            <a:solidFill>
              <a:schemeClr val="accent2"/>
            </a:solidFill>
            <a:ln cap="flat" cmpd="sng" w="8625">
              <a:solidFill>
                <a:schemeClr val="accent2"/>
              </a:solidFill>
              <a:prstDash val="solid"/>
              <a:round/>
              <a:headEnd len="sm" w="sm" type="none"/>
              <a:tailEnd len="sm" w="sm" type="none"/>
            </a:ln>
          </p:spPr>
          <p:txBody>
            <a:bodyPr anchorCtr="0" anchor="ctr" bIns="82725" lIns="82725" spcFirstLastPara="1" rIns="82725" wrap="square" tIns="82725">
              <a:noAutofit/>
            </a:bodyPr>
            <a:lstStyle/>
            <a:p>
              <a:pPr indent="0" lvl="0" marL="0" rtl="0" algn="ctr">
                <a:spcBef>
                  <a:spcPts val="0"/>
                </a:spcBef>
                <a:spcAft>
                  <a:spcPts val="0"/>
                </a:spcAft>
                <a:buNone/>
              </a:pPr>
              <a:r>
                <a:t/>
              </a:r>
              <a:endParaRPr sz="1267"/>
            </a:p>
          </p:txBody>
        </p:sp>
      </p:grpSp>
      <p:sp>
        <p:nvSpPr>
          <p:cNvPr id="1640" name="Google Shape;1640;p43"/>
          <p:cNvSpPr txBox="1"/>
          <p:nvPr/>
        </p:nvSpPr>
        <p:spPr>
          <a:xfrm>
            <a:off x="637744" y="1165100"/>
            <a:ext cx="26388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3F3F3"/>
                </a:solidFill>
                <a:latin typeface="Consolas"/>
                <a:ea typeface="Consolas"/>
                <a:cs typeface="Consolas"/>
                <a:sym typeface="Consolas"/>
              </a:rPr>
              <a:t>C:\WINDOWS\system32\cmd.exe</a:t>
            </a:r>
            <a:endParaRPr b="1" sz="1200">
              <a:solidFill>
                <a:srgbClr val="F3F3F3"/>
              </a:solidFill>
              <a:latin typeface="Consolas"/>
              <a:ea typeface="Consolas"/>
              <a:cs typeface="Consolas"/>
              <a:sym typeface="Consolas"/>
            </a:endParaRPr>
          </a:p>
        </p:txBody>
      </p:sp>
      <p:grpSp>
        <p:nvGrpSpPr>
          <p:cNvPr id="1641" name="Google Shape;1641;p43"/>
          <p:cNvGrpSpPr/>
          <p:nvPr/>
        </p:nvGrpSpPr>
        <p:grpSpPr>
          <a:xfrm>
            <a:off x="508338" y="1169600"/>
            <a:ext cx="325800" cy="226500"/>
            <a:chOff x="1280775" y="1182975"/>
            <a:chExt cx="325800" cy="226500"/>
          </a:xfrm>
        </p:grpSpPr>
        <p:sp>
          <p:nvSpPr>
            <p:cNvPr id="1642" name="Google Shape;1642;p43"/>
            <p:cNvSpPr/>
            <p:nvPr/>
          </p:nvSpPr>
          <p:spPr>
            <a:xfrm>
              <a:off x="1346850" y="1227075"/>
              <a:ext cx="183300" cy="13650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3" name="Google Shape;1643;p43"/>
            <p:cNvSpPr txBox="1"/>
            <p:nvPr/>
          </p:nvSpPr>
          <p:spPr>
            <a:xfrm>
              <a:off x="1280775" y="1182975"/>
              <a:ext cx="325800" cy="2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rgbClr val="F3F3F3"/>
                  </a:solidFill>
                  <a:latin typeface="Consolas"/>
                  <a:ea typeface="Consolas"/>
                  <a:cs typeface="Consolas"/>
                  <a:sym typeface="Consolas"/>
                </a:rPr>
                <a:t>C:\</a:t>
              </a:r>
              <a:endParaRPr b="1" sz="600">
                <a:solidFill>
                  <a:srgbClr val="F3F3F3"/>
                </a:solidFill>
                <a:latin typeface="Consolas"/>
                <a:ea typeface="Consolas"/>
                <a:cs typeface="Consolas"/>
                <a:sym typeface="Consolas"/>
              </a:endParaRPr>
            </a:p>
          </p:txBody>
        </p:sp>
      </p:grpSp>
      <p:sp>
        <p:nvSpPr>
          <p:cNvPr id="1644" name="Google Shape;1644;p43"/>
          <p:cNvSpPr/>
          <p:nvPr/>
        </p:nvSpPr>
        <p:spPr>
          <a:xfrm>
            <a:off x="508338" y="1418350"/>
            <a:ext cx="8091000" cy="3492600"/>
          </a:xfrm>
          <a:prstGeom prst="roundRect">
            <a:avLst>
              <a:gd fmla="val 0" name="adj"/>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rgbClr val="F3F3F3"/>
                </a:solidFill>
                <a:latin typeface="Consolas"/>
                <a:ea typeface="Consolas"/>
                <a:cs typeface="Consolas"/>
                <a:sym typeface="Consolas"/>
              </a:rPr>
              <a:t>Conclusion stuff….</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Lorem ipsum</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a:t>
            </a:r>
            <a:endParaRPr sz="1200">
              <a:solidFill>
                <a:srgbClr val="F3F3F3"/>
              </a:solidFill>
              <a:latin typeface="Consolas"/>
              <a:ea typeface="Consolas"/>
              <a:cs typeface="Consolas"/>
              <a:sym typeface="Consolas"/>
            </a:endParaRPr>
          </a:p>
          <a:p>
            <a:pPr indent="-304800" lvl="0" marL="457200" rtl="0" algn="l">
              <a:spcBef>
                <a:spcPts val="0"/>
              </a:spcBef>
              <a:spcAft>
                <a:spcPts val="0"/>
              </a:spcAft>
              <a:buClr>
                <a:srgbClr val="F3F3F3"/>
              </a:buClr>
              <a:buSzPts val="1200"/>
              <a:buFont typeface="Consolas"/>
              <a:buChar char="●"/>
            </a:pPr>
            <a:r>
              <a:rPr lang="en" sz="1200">
                <a:solidFill>
                  <a:srgbClr val="F3F3F3"/>
                </a:solidFill>
                <a:latin typeface="Consolas"/>
                <a:ea typeface="Consolas"/>
                <a:cs typeface="Consolas"/>
                <a:sym typeface="Consolas"/>
              </a:rPr>
              <a:t>…</a:t>
            </a:r>
            <a:endParaRPr sz="1200">
              <a:solidFill>
                <a:srgbClr val="F3F3F3"/>
              </a:solidFill>
              <a:latin typeface="Consolas"/>
              <a:ea typeface="Consolas"/>
              <a:cs typeface="Consolas"/>
              <a:sym typeface="Consola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